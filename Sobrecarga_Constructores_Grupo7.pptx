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1" r:id="rId2"/>
    <p:sldId id="2564" r:id="rId3"/>
    <p:sldId id="2563" r:id="rId4"/>
    <p:sldId id="2565" r:id="rId5"/>
    <p:sldId id="2569" r:id="rId6"/>
    <p:sldId id="2566" r:id="rId7"/>
    <p:sldId id="2570" r:id="rId8"/>
    <p:sldId id="25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brecarga de Constructores en Java" id="{2DB0E406-A646-4964-AF87-11DAB998B0C7}">
          <p14:sldIdLst>
            <p14:sldId id="2561"/>
          </p14:sldIdLst>
        </p14:section>
        <p14:section name="Fundamentos de la Sobrecarga de Constructores" id="{959AC8EA-308D-4E4D-90C8-01C66A8C2CB1}">
          <p14:sldIdLst>
            <p14:sldId id="2564"/>
            <p14:sldId id="2563"/>
            <p14:sldId id="2565"/>
            <p14:sldId id="2569"/>
            <p14:sldId id="2566"/>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621AC-E773-4CBA-860C-7EF13100F3F1}" type="datetimeFigureOut">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1C21D5-AEA4-44AD-872E-C97FF8BBA457}" type="slidenum">
              <a:t>‹Nº›</a:t>
            </a:fld>
            <a:endParaRPr lang="en-US"/>
          </a:p>
        </p:txBody>
      </p:sp>
    </p:spTree>
    <p:extLst>
      <p:ext uri="{BB962C8B-B14F-4D97-AF65-F5344CB8AC3E}">
        <p14:creationId xmlns:p14="http://schemas.microsoft.com/office/powerpoint/2010/main" val="4105195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contenido generado por IA puede ser incorrecto.
---
</a:t>
            </a:r>
          </a:p>
        </p:txBody>
      </p:sp>
      <p:sp>
        <p:nvSpPr>
          <p:cNvPr id="4" name="Slide Number Placeholder 3"/>
          <p:cNvSpPr>
            <a:spLocks noGrp="1"/>
          </p:cNvSpPr>
          <p:nvPr>
            <p:ph type="sldNum" sz="quarter" idx="5"/>
          </p:nvPr>
        </p:nvSpPr>
        <p:spPr/>
        <p:txBody>
          <a:bodyPr/>
          <a:lstStyle/>
          <a:p>
            <a:fld id="{ED4EF40C-2F86-4E50-81E1-A4BE84C2232A}" type="slidenum">
              <a:t>1</a:t>
            </a:fld>
            <a:endParaRPr lang="en-US"/>
          </a:p>
        </p:txBody>
      </p:sp>
    </p:spTree>
    <p:extLst>
      <p:ext uri="{BB962C8B-B14F-4D97-AF65-F5344CB8AC3E}">
        <p14:creationId xmlns:p14="http://schemas.microsoft.com/office/powerpoint/2010/main" val="3866764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 constructor en Java es un método especial cuya función principal es inicializar los objetos de una clase en el momento en que estos son creados. A diferencia de los métodos comunes, los constructores tienen exactamente el mismo nombre que la clase y no poseen tipo de retorno, ni siquiera void. Se ejecutan automáticamente cuando se utiliza la palabra clave new para instanciar un objeto, lo que los convierte en una pieza esencial del ciclo de vida de los objetos. Entre sus características más importantes se destaca que pueden recibir parámetros, lo que permite asignar valores iniciales a los atributos del objeto desde el momento de su creación. Por ejemplo, en una clase Persona, un constructor puede recibir un nombre y una edad para inicializar esos atributos inmediatamente. Si una clase no define ningún constructor explícitamente, Java proporciona automáticamente un constructor por defecto sin parámetros. Sin embargo, cuando el programador define al menos un constructor, este constructor por defecto deja de existir. Comprender este comportamiento es fundamental para evitar errores de compilación. Además, los constructores pueden tener distintos niveles de visibilidad, como public o private, lo que influye en desde dónde pueden crearse instancias de la clase. En el contexto de la sobrecarga, entender bien qué es un constructor y cómo se diferencia de un método común es el primer paso para aplicar correctamente esta técnica y diseñar clases más robustas y flexibles.</a:t>
            </a:r>
          </a:p>
        </p:txBody>
      </p:sp>
      <p:sp>
        <p:nvSpPr>
          <p:cNvPr id="4" name="Slide Number Placeholder 3"/>
          <p:cNvSpPr>
            <a:spLocks noGrp="1"/>
          </p:cNvSpPr>
          <p:nvPr>
            <p:ph type="sldNum" sz="quarter" idx="5"/>
          </p:nvPr>
        </p:nvSpPr>
        <p:spPr/>
        <p:txBody>
          <a:bodyPr/>
          <a:lstStyle/>
          <a:p>
            <a:fld id="{ED4EF40C-2F86-4E50-81E1-A4BE84C2232A}" type="slidenum">
              <a:t>2</a:t>
            </a:fld>
            <a:endParaRPr lang="en-US"/>
          </a:p>
        </p:txBody>
      </p:sp>
    </p:spTree>
    <p:extLst>
      <p:ext uri="{BB962C8B-B14F-4D97-AF65-F5344CB8AC3E}">
        <p14:creationId xmlns:p14="http://schemas.microsoft.com/office/powerpoint/2010/main" val="701148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sobrecarga de constructores es un concepto fundamental dentro de la programación orientada a objetos en Java y resulta clave para comprender cómo se crean y configuran los objetos de manera flexible. En esta presentación, el objetivo principal es explicar qué es un constructor, cómo funciona la sobrecarga aplicada específicamente a constructores y por qué esta técnica es tan utilizada en proyectos reales. A lo largo de la exposición se buscará que los estudiantes comprendan no solo la definición teórica, sino también su aplicación práctica mediante ejemplos claros y ejercicios desarrollados en IntelliJ IDEA. El tema se conecta directamente con contenidos ya vistos, como clases, objetos y métodos, lo que permite reforzar conocimientos previos y profundizar en buenas prácticas de diseño. Además, se abordará el uso de la palabra clave this(), que permite reutilizar lógica entre constructores y evitar la duplicación de código, un aspecto muy valorado en el desarrollo profesional. La presentación también tiene como meta preparar a los estudiantes para responder correctamente preguntas típicas de parciales y exámenes, donde suelen aparecer errores conceptuales comunes, como confundir sobrecarga con sobrescritura o pensar que el tipo de retorno influye en la sobrecarga. Finalmente, se espera que al terminar la exposición los alumnos puedan identificar cuándo es conveniente usar múltiples constructores, interpretar correctamente qué constructor se ejecuta en cada caso y escribir sus propias clases con constructores sobrecargados de forma clara, ordenada y eficiente.</a:t>
            </a:r>
          </a:p>
        </p:txBody>
      </p:sp>
      <p:sp>
        <p:nvSpPr>
          <p:cNvPr id="4" name="Slide Number Placeholder 3"/>
          <p:cNvSpPr>
            <a:spLocks noGrp="1"/>
          </p:cNvSpPr>
          <p:nvPr>
            <p:ph type="sldNum" sz="quarter" idx="5"/>
          </p:nvPr>
        </p:nvSpPr>
        <p:spPr/>
        <p:txBody>
          <a:bodyPr/>
          <a:lstStyle/>
          <a:p>
            <a:fld id="{ED4EF40C-2F86-4E50-81E1-A4BE84C2232A}" type="slidenum">
              <a:t>3</a:t>
            </a:fld>
            <a:endParaRPr lang="en-US"/>
          </a:p>
        </p:txBody>
      </p:sp>
    </p:spTree>
    <p:extLst>
      <p:ext uri="{BB962C8B-B14F-4D97-AF65-F5344CB8AC3E}">
        <p14:creationId xmlns:p14="http://schemas.microsoft.com/office/powerpoint/2010/main" val="3471371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sobrecarga, también conocida como overloading, es un mecanismo del lenguaje Java que permite definir varios métodos o constructores con el mismo nombre dentro de una misma clase, siempre que se diferencien por su lista de parámetros. Esta diferencia puede darse en la cantidad de parámetros, en el tipo de los mismos o en el orden en que aparecen. En el caso específico de los constructores, la sobrecarga permite ofrecer múltiples formas de crear un objeto, adaptándose a distintas necesidades del programa. Por ejemplo, una clase Producto puede tener un constructor vacío, otro que reciba solo el nombre y otro que reciba nombre y precio. Aunque todos se llamen Producto, Java puede distinguir cuál ejecutar en tiempo de compilación analizando los argumentos utilizados al crear el objeto. Es importante aclarar que el tipo de retorno no forma parte de la firma del constructor, por lo que no puede utilizarse para diferenciar sobrecargas. La sobrecarga de constructores es considerada una forma de polimorfismo estático, ya que la decisión sobre qué constructor se ejecuta se toma durante la compilación y no en tiempo de ejecución. Este concepto se relaciona directamente con otros temas del curso, como la sobrecarga de métodos, y sirve como base para comprender diseños más complejos en programación orientada a objetos.</a:t>
            </a:r>
          </a:p>
        </p:txBody>
      </p:sp>
      <p:sp>
        <p:nvSpPr>
          <p:cNvPr id="4" name="Slide Number Placeholder 3"/>
          <p:cNvSpPr>
            <a:spLocks noGrp="1"/>
          </p:cNvSpPr>
          <p:nvPr>
            <p:ph type="sldNum" sz="quarter" idx="5"/>
          </p:nvPr>
        </p:nvSpPr>
        <p:spPr/>
        <p:txBody>
          <a:bodyPr/>
          <a:lstStyle/>
          <a:p>
            <a:fld id="{ED4EF40C-2F86-4E50-81E1-A4BE84C2232A}" type="slidenum">
              <a:t>4</a:t>
            </a:fld>
            <a:endParaRPr lang="en-US"/>
          </a:p>
        </p:txBody>
      </p:sp>
    </p:spTree>
    <p:extLst>
      <p:ext uri="{BB962C8B-B14F-4D97-AF65-F5344CB8AC3E}">
        <p14:creationId xmlns:p14="http://schemas.microsoft.com/office/powerpoint/2010/main" val="371842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Existen varias reglas fundamentales que deben cumplirse para que la sobrecarga de constructores sea válida en Java. La primera y más importante es que los constructores deben diferenciarse por su lista de parámetros; no es suficiente cambiar el nombre de los parámetros ni el tipo de retorno, ya que los constructores no tienen retorno. También es posible variar el orden de los parámetros, siempre que esto genere una firma distinta. Otra regla clave es que no pueden existir dos constructores con exactamente la misma firma, ya que esto provocaría un error de compilación. Además, si se define al menos un constructor, Java no generará automáticamente el constructor por defecto. Comprender estas reglas permite identificar rápidamente errores comunes en ejercicios y evita confusiones al diseñar clases propias. Estas normas son las mismas que se aplican a la sobrecarga de métodos, lo que refuerza la coherencia del lenguaje Java y facilita el aprendizaje progresivo de sus conceptos.</a:t>
            </a:r>
          </a:p>
        </p:txBody>
      </p:sp>
      <p:sp>
        <p:nvSpPr>
          <p:cNvPr id="4" name="Slide Number Placeholder 3"/>
          <p:cNvSpPr>
            <a:spLocks noGrp="1"/>
          </p:cNvSpPr>
          <p:nvPr>
            <p:ph type="sldNum" sz="quarter" idx="5"/>
          </p:nvPr>
        </p:nvSpPr>
        <p:spPr/>
        <p:txBody>
          <a:bodyPr/>
          <a:lstStyle/>
          <a:p>
            <a:fld id="{ED4EF40C-2F86-4E50-81E1-A4BE84C2232A}" type="slidenum">
              <a:t>5</a:t>
            </a:fld>
            <a:endParaRPr lang="en-US"/>
          </a:p>
        </p:txBody>
      </p:sp>
    </p:spTree>
    <p:extLst>
      <p:ext uri="{BB962C8B-B14F-4D97-AF65-F5344CB8AC3E}">
        <p14:creationId xmlns:p14="http://schemas.microsoft.com/office/powerpoint/2010/main" val="3697616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sobrecarga de constructores ofrece múltiples ventajas prácticas que explican por qué es tan utilizada en el desarrollo de aplicaciones Java. En primer lugar, brinda flexibilidad, ya que permite crear objetos de una misma clase de diferentes maneras según la información disponible en cada contexto. Esto resulta especialmente útil cuando no siempre se cuenta con todos los datos necesarios para inicializar un objeto. En segundo lugar, mejora la legibilidad y usabilidad de las clases, ya que el código que crea objetos resulta más claro y expresivo. Por ejemplo, new Usuario() y new Usuario("Ana", "ana@email.com") comunican claramente distintas intenciones. Otra ventaja importante es que facilita la reutilización de código cuando se combina con el uso de this(), reduciendo la duplicación de lógica de inicialización. Desde una perspectiva de diseño, la sobrecarga de constructores contribuye a crear clases más robustas y mantenibles, ya que centraliza la inicialización de atributos y reduce errores. En proyectos reales, especialmente en aplicaciones grandes o en frameworks, es muy común encontrar clases con varios constructores que ofrecen distintas configuraciones iniciales. Por todo esto, dominar este concepto no solo es importante para aprobar exámenes, sino también para escribir código profesional y de calidad.</a:t>
            </a:r>
          </a:p>
        </p:txBody>
      </p:sp>
      <p:sp>
        <p:nvSpPr>
          <p:cNvPr id="4" name="Slide Number Placeholder 3"/>
          <p:cNvSpPr>
            <a:spLocks noGrp="1"/>
          </p:cNvSpPr>
          <p:nvPr>
            <p:ph type="sldNum" sz="quarter" idx="5"/>
          </p:nvPr>
        </p:nvSpPr>
        <p:spPr/>
        <p:txBody>
          <a:bodyPr/>
          <a:lstStyle/>
          <a:p>
            <a:fld id="{ED4EF40C-2F86-4E50-81E1-A4BE84C2232A}" type="slidenum">
              <a:t>6</a:t>
            </a:fld>
            <a:endParaRPr lang="en-US"/>
          </a:p>
        </p:txBody>
      </p:sp>
    </p:spTree>
    <p:extLst>
      <p:ext uri="{BB962C8B-B14F-4D97-AF65-F5344CB8AC3E}">
        <p14:creationId xmlns:p14="http://schemas.microsoft.com/office/powerpoint/2010/main" val="3759858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 trabajar con sobrecarga de constructores, es frecuente cometer ciertos errores que pueden evitarse con una buena comprensión del concepto. Uno de los errores más comunes es intentar diferenciar constructores únicamente por el nombre de los parámetros, lo cual no es válido en Java. Otro error habitual es pensar que se puede sobrecargar un constructor cambiando solo el tipo de retorno, algo imposible ya que los constructores no tienen retorno. También es común olvidar que la llamada a this() debe ser la primera instrucción del constructor, lo que genera errores de compilación. En algunos casos, los estudiantes confunden la sobrecarga de constructores con la sobrescritura, que es un concepto distinto y relacionado con la herencia. Identificar y comprender estos errores no solo ayuda a evitarlos en exámenes, sino que también mejora la capacidad de leer y depurar código ajeno, una habilidad muy valiosa en el desarrollo de software.</a:t>
            </a:r>
          </a:p>
        </p:txBody>
      </p:sp>
      <p:sp>
        <p:nvSpPr>
          <p:cNvPr id="4" name="Slide Number Placeholder 3"/>
          <p:cNvSpPr>
            <a:spLocks noGrp="1"/>
          </p:cNvSpPr>
          <p:nvPr>
            <p:ph type="sldNum" sz="quarter" idx="5"/>
          </p:nvPr>
        </p:nvSpPr>
        <p:spPr/>
        <p:txBody>
          <a:bodyPr/>
          <a:lstStyle/>
          <a:p>
            <a:fld id="{ED4EF40C-2F86-4E50-81E1-A4BE84C2232A}" type="slidenum">
              <a:t>7</a:t>
            </a:fld>
            <a:endParaRPr lang="en-US"/>
          </a:p>
        </p:txBody>
      </p:sp>
    </p:spTree>
    <p:extLst>
      <p:ext uri="{BB962C8B-B14F-4D97-AF65-F5344CB8AC3E}">
        <p14:creationId xmlns:p14="http://schemas.microsoft.com/office/powerpoint/2010/main" val="1023000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3FB35-3860-2DCA-2B8A-297FF14B1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E67DA-079C-AE4D-A777-321EFDC74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69F9F-8E2E-5797-AD86-2417A92919DB}"/>
              </a:ext>
            </a:extLst>
          </p:cNvPr>
          <p:cNvSpPr>
            <a:spLocks noGrp="1"/>
          </p:cNvSpPr>
          <p:nvPr>
            <p:ph type="body" idx="1"/>
          </p:nvPr>
        </p:nvSpPr>
        <p:spPr/>
        <p:txBody>
          <a:bodyPr/>
          <a:lstStyle/>
          <a:p>
            <a:r>
              <a:rPr lang="en-US"/>
              <a:t>
Al trabajar con sobrecarga de constructores, es frecuente cometer ciertos errores que pueden evitarse con una buena comprensión del concepto. Uno de los errores más comunes es intentar diferenciar constructores únicamente por el nombre de los parámetros, lo cual no es válido en Java. Otro error habitual es pensar que se puede sobrecargar un constructor cambiando solo el tipo de retorno, algo imposible ya que los constructores no tienen retorno. También es común olvidar que la llamada a this() debe ser la primera instrucción del constructor, lo que genera errores de compilación. En algunos casos, los estudiantes confunden la sobrecarga de constructores con la sobrescritura, que es un concepto distinto y relacionado con la herencia. Identificar y comprender estos errores no solo ayuda a evitarlos en exámenes, sino que también mejora la capacidad de leer y depurar código ajeno, una habilidad muy valiosa en el desarrollo de software.</a:t>
            </a:r>
          </a:p>
        </p:txBody>
      </p:sp>
      <p:sp>
        <p:nvSpPr>
          <p:cNvPr id="4" name="Slide Number Placeholder 3">
            <a:extLst>
              <a:ext uri="{FF2B5EF4-FFF2-40B4-BE49-F238E27FC236}">
                <a16:creationId xmlns:a16="http://schemas.microsoft.com/office/drawing/2014/main" id="{5356174F-35A4-CEA9-5D02-0E6304D37891}"/>
              </a:ext>
            </a:extLst>
          </p:cNvPr>
          <p:cNvSpPr>
            <a:spLocks noGrp="1"/>
          </p:cNvSpPr>
          <p:nvPr>
            <p:ph type="sldNum" sz="quarter" idx="5"/>
          </p:nvPr>
        </p:nvSpPr>
        <p:spPr/>
        <p:txBody>
          <a:bodyPr/>
          <a:lstStyle/>
          <a:p>
            <a:fld id="{ED4EF40C-2F86-4E50-81E1-A4BE84C2232A}" type="slidenum">
              <a:t>8</a:t>
            </a:fld>
            <a:endParaRPr lang="en-US"/>
          </a:p>
        </p:txBody>
      </p:sp>
    </p:spTree>
    <p:extLst>
      <p:ext uri="{BB962C8B-B14F-4D97-AF65-F5344CB8AC3E}">
        <p14:creationId xmlns:p14="http://schemas.microsoft.com/office/powerpoint/2010/main" val="4253646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ítulo">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rtlCol="0"/>
          <a:lstStyle>
            <a:lvl1pPr>
              <a:defRPr>
                <a:solidFill>
                  <a:schemeClr val="bg1"/>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rtlCol="0"/>
          <a:lstStyle>
            <a:lvl1pPr>
              <a:defRPr>
                <a:solidFill>
                  <a:schemeClr val="bg1"/>
                </a:solidFill>
              </a:defRPr>
            </a:lvl1pPr>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7" name="Rectángulo 6">
            <a:extLst>
              <a:ext uri="{FF2B5EF4-FFF2-40B4-BE49-F238E27FC236}">
                <a16:creationId xmlns:a16="http://schemas.microsoft.com/office/drawing/2014/main" id="{6631FF2A-9DA0-DC5C-0C53-91FDE15093DD}"/>
              </a:ext>
            </a:extLst>
          </p:cNvPr>
          <p:cNvSpPr/>
          <p:nvPr userDrawn="1"/>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ctángulo 7">
            <a:extLst>
              <a:ext uri="{FF2B5EF4-FFF2-40B4-BE49-F238E27FC236}">
                <a16:creationId xmlns:a16="http://schemas.microsoft.com/office/drawing/2014/main" id="{BCA4208E-B529-0934-86E0-24278D43C68A}"/>
              </a:ext>
            </a:extLst>
          </p:cNvPr>
          <p:cNvSpPr/>
          <p:nvPr userDrawn="1"/>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5785123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id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rtlCol="0" anchor="t">
            <a:normAutofit/>
          </a:bodyPr>
          <a:lstStyle>
            <a:lvl1pPr>
              <a:defRPr sz="3600" cap="all" baseline="0"/>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7" name="Rectángulo 6">
            <a:extLst>
              <a:ext uri="{FF2B5EF4-FFF2-40B4-BE49-F238E27FC236}">
                <a16:creationId xmlns:a16="http://schemas.microsoft.com/office/drawing/2014/main" id="{E5526932-58BC-3B05-A619-8FE2BA7973DD}"/>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Marcador de pie de página 8">
            <a:extLst>
              <a:ext uri="{FF2B5EF4-FFF2-40B4-BE49-F238E27FC236}">
                <a16:creationId xmlns:a16="http://schemas.microsoft.com/office/drawing/2014/main" id="{E4751EC6-9764-CDDF-E8BC-793AD483E0A9}"/>
              </a:ext>
            </a:extLst>
          </p:cNvPr>
          <p:cNvSpPr>
            <a:spLocks noGrp="1"/>
          </p:cNvSpPr>
          <p:nvPr>
            <p:ph type="ftr" sz="quarter" idx="11"/>
          </p:nvPr>
        </p:nvSpPr>
        <p:spPr/>
        <p:txBody>
          <a:bodyPr rtlCol="0"/>
          <a:lstStyle/>
          <a:p>
            <a:pPr rtl="0"/>
            <a:r>
              <a:rPr lang="es"/>
              <a:t>Título de la presentación</a:t>
            </a:r>
            <a:endParaRPr lang="en-US"/>
          </a:p>
        </p:txBody>
      </p:sp>
      <p:sp>
        <p:nvSpPr>
          <p:cNvPr id="8" name="Marcador de fecha 7">
            <a:extLst>
              <a:ext uri="{FF2B5EF4-FFF2-40B4-BE49-F238E27FC236}">
                <a16:creationId xmlns:a16="http://schemas.microsoft.com/office/drawing/2014/main" id="{DA395EC9-5212-9F09-E9FA-0AB62AFB6D99}"/>
              </a:ext>
            </a:extLst>
          </p:cNvPr>
          <p:cNvSpPr>
            <a:spLocks noGrp="1"/>
          </p:cNvSpPr>
          <p:nvPr>
            <p:ph type="dt" sz="half" idx="10"/>
          </p:nvPr>
        </p:nvSpPr>
        <p:spPr/>
        <p:txBody>
          <a:bodyPr rtlCol="0"/>
          <a:lstStyle/>
          <a:p>
            <a:pPr rtl="0"/>
            <a:r>
              <a:rPr lang="en-US"/>
              <a:t>17/9/2025</a:t>
            </a:r>
          </a:p>
        </p:txBody>
      </p:sp>
      <p:sp>
        <p:nvSpPr>
          <p:cNvPr id="10" name="Marcador de número de diapositiva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rtlCol="0"/>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3893062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ítul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33399" y="1016955"/>
            <a:ext cx="10081590" cy="4107810"/>
          </a:xfrm>
          <a:prstGeom prst="rect">
            <a:avLst/>
          </a:prstGeom>
        </p:spPr>
        <p:txBody>
          <a:bodyPr vert="horz" lIns="91440" tIns="45720" rIns="91440" bIns="45720" rtlCol="0" anchor="t">
            <a:normAutofit/>
          </a:bodyPr>
          <a:lstStyle>
            <a:lvl1pPr>
              <a:defRPr lang="en-US" sz="7200" cap="all" baseline="0" dirty="0"/>
            </a:lvl1pPr>
          </a:lstStyle>
          <a:p>
            <a:pPr lvl="0" rtl="0"/>
            <a:r>
              <a:rPr lang="es"/>
              <a:t>Haga clic para modificar el estilo de título del patrón</a:t>
            </a:r>
          </a:p>
        </p:txBody>
      </p:sp>
      <p:sp>
        <p:nvSpPr>
          <p:cNvPr id="7" name="Subtítulo 2">
            <a:extLst>
              <a:ext uri="{FF2B5EF4-FFF2-40B4-BE49-F238E27FC236}">
                <a16:creationId xmlns:a16="http://schemas.microsoft.com/office/drawing/2014/main" id="{2930CEB7-507A-2133-3BE2-B0991FE7D41C}"/>
              </a:ext>
            </a:extLst>
          </p:cNvPr>
          <p:cNvSpPr>
            <a:spLocks noGrp="1"/>
          </p:cNvSpPr>
          <p:nvPr>
            <p:ph type="subTitle" idx="1"/>
          </p:nvPr>
        </p:nvSpPr>
        <p:spPr>
          <a:xfrm>
            <a:off x="533400" y="5512106"/>
            <a:ext cx="8077200" cy="799533"/>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1"/>
            <a:ext cx="8582024" cy="365760"/>
          </a:xfrm>
          <a:prstGeom prst="rect">
            <a:avLst/>
          </a:prstGeom>
        </p:spPr>
        <p:txBody>
          <a:bodyPr rtlCol="0"/>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9110038" y="6492240"/>
            <a:ext cx="1885950" cy="365760"/>
          </a:xfrm>
          <a:prstGeom prst="rect">
            <a:avLst/>
          </a:prstGeom>
        </p:spPr>
        <p:txBody>
          <a:bodyPr rtlCol="0"/>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92241"/>
            <a:ext cx="657222" cy="365760"/>
          </a:xfrm>
          <a:prstGeom prst="rect">
            <a:avLst/>
          </a:prstGeom>
        </p:spPr>
        <p:txBody>
          <a:bodyPr rtlCol="0"/>
          <a:lstStyle/>
          <a:p>
            <a:pPr rtl="0"/>
            <a:fld id="{AEAA3239-9EA4-4A65-A281-97F994456D9F}" type="slidenum">
              <a:rPr lang="en-US" smtClean="0"/>
              <a:t>‹Nº›</a:t>
            </a:fld>
            <a:endParaRPr lang="en-US"/>
          </a:p>
        </p:txBody>
      </p:sp>
      <p:sp>
        <p:nvSpPr>
          <p:cNvPr id="33" name="Rectángulo 32">
            <a:extLst>
              <a:ext uri="{FF2B5EF4-FFF2-40B4-BE49-F238E27FC236}">
                <a16:creationId xmlns:a16="http://schemas.microsoft.com/office/drawing/2014/main" id="{53165057-EFFF-A71A-8F8B-BE52F9862DDA}"/>
              </a:ext>
            </a:extLst>
          </p:cNvPr>
          <p:cNvSpPr/>
          <p:nvPr userDrawn="1"/>
        </p:nvSpPr>
        <p:spPr>
          <a:xfrm>
            <a:off x="63403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9180090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0D84BC10-B3F5-D240-EE9E-FD483EA0C28D}"/>
              </a:ext>
            </a:extLst>
          </p:cNvPr>
          <p:cNvSpPr>
            <a:spLocks noGrp="1"/>
          </p:cNvSpPr>
          <p:nvPr>
            <p:ph type="title"/>
          </p:nvPr>
        </p:nvSpPr>
        <p:spPr>
          <a:xfrm>
            <a:off x="3462963" y="2971799"/>
            <a:ext cx="8229600" cy="3414423"/>
          </a:xfrm>
        </p:spPr>
        <p:txBody>
          <a:bodyPr rtlCol="0" anchor="b">
            <a:normAutofit/>
          </a:bodyPr>
          <a:lstStyle>
            <a:lvl1pPr>
              <a:defRPr sz="7200" cap="all" baseline="0"/>
            </a:lvl1pPr>
          </a:lstStyle>
          <a:p>
            <a:pPr rtl="0"/>
            <a:r>
              <a:rPr lang="es"/>
              <a:t>Haga clic para modificar el estilo de título del patrón</a:t>
            </a:r>
          </a:p>
        </p:txBody>
      </p:sp>
      <p:sp>
        <p:nvSpPr>
          <p:cNvPr id="12" name="Subtítulo 2">
            <a:extLst>
              <a:ext uri="{FF2B5EF4-FFF2-40B4-BE49-F238E27FC236}">
                <a16:creationId xmlns:a16="http://schemas.microsoft.com/office/drawing/2014/main" id="{6DDFAAAD-A24C-B422-BCF6-2575C836C476}"/>
              </a:ext>
            </a:extLst>
          </p:cNvPr>
          <p:cNvSpPr>
            <a:spLocks noGrp="1"/>
          </p:cNvSpPr>
          <p:nvPr>
            <p:ph type="subTitle" idx="1"/>
          </p:nvPr>
        </p:nvSpPr>
        <p:spPr>
          <a:xfrm>
            <a:off x="533400" y="1016955"/>
            <a:ext cx="7924797" cy="1128714"/>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es"/>
              <a:t>Haga clic para editar el estilo de subtítulo del patrón</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rtlCol="0"/>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9110025" y="6476999"/>
            <a:ext cx="1885957" cy="381001"/>
          </a:xfrm>
          <a:prstGeom prst="rect">
            <a:avLst/>
          </a:prstGeom>
        </p:spPr>
        <p:txBody>
          <a:bodyPr rtlCol="0"/>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‹Nº›</a:t>
            </a:fld>
            <a:endParaRPr lang="en-US"/>
          </a:p>
        </p:txBody>
      </p:sp>
      <p:sp>
        <p:nvSpPr>
          <p:cNvPr id="7" name="Rectángulo 6">
            <a:extLst>
              <a:ext uri="{FF2B5EF4-FFF2-40B4-BE49-F238E27FC236}">
                <a16:creationId xmlns:a16="http://schemas.microsoft.com/office/drawing/2014/main" id="{7D5DF1A9-E718-252B-7EF1-E97806A4003A}"/>
              </a:ext>
            </a:extLst>
          </p:cNvPr>
          <p:cNvSpPr/>
          <p:nvPr userDrawn="1"/>
        </p:nvSpPr>
        <p:spPr>
          <a:xfrm>
            <a:off x="634034" y="568300"/>
            <a:ext cx="11557965"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2525801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con imagen">
    <p:bg>
      <p:bgRef idx="1001">
        <a:schemeClr val="bg2"/>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es"/>
              <a:t>Haga clic para editar el estilo de subtítulo del patrón</a:t>
            </a:r>
            <a:endParaRPr lang="en-US"/>
          </a:p>
        </p:txBody>
      </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rtlCol="0"/>
          <a:lstStyle>
            <a:lvl1pPr marL="0" indent="0">
              <a:buNone/>
              <a:defRPr/>
            </a:lvl1pPr>
          </a:lstStyle>
          <a:p>
            <a:pPr rtl="0"/>
            <a:r>
              <a:rPr lang="es"/>
              <a:t> </a:t>
            </a:r>
          </a:p>
        </p:txBody>
      </p:sp>
      <p:sp>
        <p:nvSpPr>
          <p:cNvPr id="8" name="Marcador de pie de página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7" name="Marcador de fecha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rtlCol="0"/>
          <a:lstStyle>
            <a:lvl1pPr>
              <a:defRPr>
                <a:solidFill>
                  <a:schemeClr val="tx2"/>
                </a:solidFill>
              </a:defRPr>
            </a:lvl1pPr>
          </a:lstStyle>
          <a:p>
            <a:pPr rtl="0"/>
            <a:r>
              <a:rPr lang="en-US"/>
              <a:t>17/9/2025</a:t>
            </a:r>
          </a:p>
        </p:txBody>
      </p:sp>
      <p:sp>
        <p:nvSpPr>
          <p:cNvPr id="9" name="Marcador de número de diapositiva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11462802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 con imagen 2">
    <p:bg>
      <p:bgPr>
        <a:solidFill>
          <a:schemeClr val="bg1"/>
        </a:solidFill>
        <a:effectLst/>
      </p:bgPr>
    </p:bg>
    <p:spTree>
      <p:nvGrpSpPr>
        <p:cNvPr id="1" name=""/>
        <p:cNvGrpSpPr/>
        <p:nvPr/>
      </p:nvGrpSpPr>
      <p:grpSpPr>
        <a:xfrm>
          <a:off x="0" y="0"/>
          <a:ext cx="0" cy="0"/>
          <a:chOff x="0" y="0"/>
          <a:chExt cx="0" cy="0"/>
        </a:xfrm>
      </p:grpSpPr>
      <p:sp>
        <p:nvSpPr>
          <p:cNvPr id="67" name="Rectángulo 66">
            <a:extLst>
              <a:ext uri="{FF2B5EF4-FFF2-40B4-BE49-F238E27FC236}">
                <a16:creationId xmlns:a16="http://schemas.microsoft.com/office/drawing/2014/main" id="{9C059A73-AC6C-7029-5CFB-0E0B30AD317B}"/>
              </a:ext>
            </a:extLst>
          </p:cNvPr>
          <p:cNvSpPr/>
          <p:nvPr/>
        </p:nvSpPr>
        <p:spPr>
          <a:xfrm>
            <a:off x="6843095" y="0"/>
            <a:ext cx="534890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7224093" y="1016955"/>
            <a:ext cx="4434507" cy="3726810"/>
          </a:xfrm>
          <a:prstGeom prst="rect">
            <a:avLst/>
          </a:prstGeom>
        </p:spPr>
        <p:txBody>
          <a:bodyPr vert="horz" lIns="91440" tIns="45720" rIns="91440" bIns="45720" rtlCol="0" anchor="b">
            <a:normAutofit/>
          </a:bodyPr>
          <a:lstStyle>
            <a:lvl1pPr>
              <a:defRPr lang="en-US" sz="5000" cap="all" baseline="0" dirty="0">
                <a:solidFill>
                  <a:schemeClr val="bg1"/>
                </a:solidFill>
              </a:defRPr>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231247" y="5157623"/>
            <a:ext cx="4434506" cy="1090777"/>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es"/>
              <a:t>Haga clic para editar el estilo de subtítulo del patrón</a:t>
            </a:r>
            <a:endParaRPr lang="en-US"/>
          </a:p>
        </p:txBody>
      </p:sp>
      <p:sp>
        <p:nvSpPr>
          <p:cNvPr id="8" name="Marcador de posición de imagen 7">
            <a:extLst>
              <a:ext uri="{FF2B5EF4-FFF2-40B4-BE49-F238E27FC236}">
                <a16:creationId xmlns:a16="http://schemas.microsoft.com/office/drawing/2014/main" id="{46973B1C-74EE-7F51-CF89-E132D793F5B5}"/>
              </a:ext>
            </a:extLst>
          </p:cNvPr>
          <p:cNvSpPr>
            <a:spLocks noGrp="1"/>
          </p:cNvSpPr>
          <p:nvPr>
            <p:ph type="pic" sz="quarter" idx="14" hasCustomPrompt="1"/>
          </p:nvPr>
        </p:nvSpPr>
        <p:spPr>
          <a:xfrm>
            <a:off x="0" y="0"/>
            <a:ext cx="6843095" cy="6858000"/>
          </a:xfrm>
          <a:custGeom>
            <a:avLst/>
            <a:gdLst>
              <a:gd name="connsiteX0" fmla="*/ 0 w 6843095"/>
              <a:gd name="connsiteY0" fmla="*/ 629614 h 6858000"/>
              <a:gd name="connsiteX1" fmla="*/ 6843095 w 6843095"/>
              <a:gd name="connsiteY1" fmla="*/ 629614 h 6858000"/>
              <a:gd name="connsiteX2" fmla="*/ 6843095 w 6843095"/>
              <a:gd name="connsiteY2" fmla="*/ 6858000 h 6858000"/>
              <a:gd name="connsiteX3" fmla="*/ 0 w 6843095"/>
              <a:gd name="connsiteY3" fmla="*/ 6858000 h 6858000"/>
              <a:gd name="connsiteX4" fmla="*/ 0 w 6843095"/>
              <a:gd name="connsiteY4" fmla="*/ 0 h 6858000"/>
              <a:gd name="connsiteX5" fmla="*/ 6843095 w 6843095"/>
              <a:gd name="connsiteY5" fmla="*/ 0 h 6858000"/>
              <a:gd name="connsiteX6" fmla="*/ 6843095 w 6843095"/>
              <a:gd name="connsiteY6" fmla="*/ 565606 h 6858000"/>
              <a:gd name="connsiteX7" fmla="*/ 0 w 6843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95" h="6858000">
                <a:moveTo>
                  <a:pt x="0" y="629614"/>
                </a:moveTo>
                <a:lnTo>
                  <a:pt x="6843095" y="629614"/>
                </a:lnTo>
                <a:lnTo>
                  <a:pt x="6843095" y="6858000"/>
                </a:lnTo>
                <a:lnTo>
                  <a:pt x="0" y="6858000"/>
                </a:lnTo>
                <a:close/>
                <a:moveTo>
                  <a:pt x="0" y="0"/>
                </a:moveTo>
                <a:lnTo>
                  <a:pt x="6843095" y="0"/>
                </a:lnTo>
                <a:lnTo>
                  <a:pt x="6843095"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3" y="6477000"/>
            <a:ext cx="2828917" cy="381000"/>
          </a:xfrm>
          <a:prstGeom prst="rect">
            <a:avLst/>
          </a:prstGeom>
        </p:spPr>
        <p:txBody>
          <a:bodyPr rtlCol="0"/>
          <a:lstStyle>
            <a:lvl1pPr>
              <a:defRPr>
                <a:solidFill>
                  <a:schemeClr val="bg1"/>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10058398" y="6477000"/>
            <a:ext cx="937594" cy="381000"/>
          </a:xfrm>
          <a:prstGeom prst="rect">
            <a:avLst/>
          </a:prstGeom>
        </p:spPr>
        <p:txBody>
          <a:bodyPr rtlCol="0"/>
          <a:lstStyle>
            <a:lvl1pPr>
              <a:defRPr>
                <a:solidFill>
                  <a:schemeClr val="bg1"/>
                </a:solidFill>
                <a:effectLst/>
              </a:defRPr>
            </a:lvl1pPr>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92876"/>
            <a:ext cx="657226" cy="365125"/>
          </a:xfrm>
          <a:prstGeom prst="rect">
            <a:avLst/>
          </a:prstGeo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38" name="Rectángulo 37">
            <a:extLst>
              <a:ext uri="{FF2B5EF4-FFF2-40B4-BE49-F238E27FC236}">
                <a16:creationId xmlns:a16="http://schemas.microsoft.com/office/drawing/2014/main" id="{632554D8-9DAA-D834-ABC8-240BBF9CA28F}"/>
              </a:ext>
            </a:extLst>
          </p:cNvPr>
          <p:cNvSpPr/>
          <p:nvPr/>
        </p:nvSpPr>
        <p:spPr>
          <a:xfrm>
            <a:off x="6843096" y="565606"/>
            <a:ext cx="4811394"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6642884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ítulo con image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rtl="0"/>
            <a:r>
              <a:rPr lang="es"/>
              <a:t>Haga clic para editar el estilo de subtítulo del patrón</a:t>
            </a:r>
            <a:endParaRPr lang="en-US"/>
          </a:p>
        </p:txBody>
      </p:sp>
      <p:sp>
        <p:nvSpPr>
          <p:cNvPr id="10" name="Marcador de posición de imagen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rtlCol="0"/>
          <a:lstStyle>
            <a:lvl1pPr>
              <a:defRPr>
                <a:solidFill>
                  <a:schemeClr val="tx2"/>
                </a:solidFill>
                <a:effectLst/>
              </a:defRPr>
            </a:lvl1pPr>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9" name="Rectángulo 8">
            <a:extLst>
              <a:ext uri="{FF2B5EF4-FFF2-40B4-BE49-F238E27FC236}">
                <a16:creationId xmlns:a16="http://schemas.microsoft.com/office/drawing/2014/main" id="{F879DE85-4541-95AA-B871-7CBAD2BA1550}"/>
              </a:ext>
            </a:extLst>
          </p:cNvPr>
          <p:cNvSpPr/>
          <p:nvPr userDrawn="1"/>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7799813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ítulo con imagen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33400" y="1016955"/>
            <a:ext cx="4429126" cy="3331896"/>
          </a:xfrm>
          <a:prstGeom prst="rect">
            <a:avLst/>
          </a:prstGeom>
        </p:spPr>
        <p:txBody>
          <a:bodyPr vert="horz" lIns="91440" tIns="45720" rIns="91440" bIns="45720" rtlCol="0" anchor="t">
            <a:normAutofit/>
          </a:bodyPr>
          <a:lstStyle>
            <a:lvl1pPr>
              <a:defRPr lang="en-US" sz="5000" cap="all" baseline="0" dirty="0"/>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533400" y="4846320"/>
            <a:ext cx="3174160" cy="1465319"/>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es"/>
              <a:t>Haga clic para editar el estilo de subtítulo del patrón</a:t>
            </a:r>
            <a:endParaRPr lang="en-US"/>
          </a:p>
        </p:txBody>
      </p:sp>
      <p:sp>
        <p:nvSpPr>
          <p:cNvPr id="8" name="Marcador de pie de página 7">
            <a:extLst>
              <a:ext uri="{FF2B5EF4-FFF2-40B4-BE49-F238E27FC236}">
                <a16:creationId xmlns:a16="http://schemas.microsoft.com/office/drawing/2014/main" id="{9A6E6A4C-6C55-068A-43AA-78DB4D1D643B}"/>
              </a:ext>
            </a:extLst>
          </p:cNvPr>
          <p:cNvSpPr>
            <a:spLocks noGrp="1"/>
          </p:cNvSpPr>
          <p:nvPr>
            <p:ph type="ftr" sz="quarter" idx="15"/>
          </p:nvPr>
        </p:nvSpPr>
        <p:spPr>
          <a:xfrm>
            <a:off x="533400" y="6492240"/>
            <a:ext cx="2548562" cy="365760"/>
          </a:xfrm>
          <a:prstGeom prst="rect">
            <a:avLst/>
          </a:prstGeom>
        </p:spPr>
        <p:txBody>
          <a:bodyPr rtlCol="0"/>
          <a:lstStyle/>
          <a:p>
            <a:pPr rtl="0"/>
            <a:r>
              <a:rPr lang="es"/>
              <a:t>Título de la presentación</a:t>
            </a:r>
            <a:endParaRPr lang="en-US"/>
          </a:p>
        </p:txBody>
      </p:sp>
      <p:sp>
        <p:nvSpPr>
          <p:cNvPr id="7" name="Marcador de fecha 6">
            <a:extLst>
              <a:ext uri="{FF2B5EF4-FFF2-40B4-BE49-F238E27FC236}">
                <a16:creationId xmlns:a16="http://schemas.microsoft.com/office/drawing/2014/main" id="{F991F941-2D53-CC10-7947-62237A245FE0}"/>
              </a:ext>
            </a:extLst>
          </p:cNvPr>
          <p:cNvSpPr>
            <a:spLocks noGrp="1"/>
          </p:cNvSpPr>
          <p:nvPr>
            <p:ph type="dt" sz="half" idx="14"/>
          </p:nvPr>
        </p:nvSpPr>
        <p:spPr>
          <a:xfrm>
            <a:off x="3076577" y="6492240"/>
            <a:ext cx="689944" cy="365760"/>
          </a:xfrm>
          <a:prstGeom prst="rect">
            <a:avLst/>
          </a:prstGeom>
        </p:spPr>
        <p:txBody>
          <a:bodyPr rtlCol="0"/>
          <a:lstStyle/>
          <a:p>
            <a:pPr rtl="0"/>
            <a:r>
              <a:rPr lang="en-US"/>
              <a:t>17/9/2025</a:t>
            </a:r>
          </a:p>
        </p:txBody>
      </p:sp>
      <p:sp>
        <p:nvSpPr>
          <p:cNvPr id="9" name="Marcador de número de diapositiva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1906" y="6492240"/>
            <a:ext cx="628645" cy="365760"/>
          </a:xfrm>
          <a:prstGeom prst="rect">
            <a:avLst/>
          </a:prstGeom>
        </p:spPr>
        <p:txBody>
          <a:bodyPr rtlCol="0"/>
          <a:lstStyle/>
          <a:p>
            <a:pPr rtl="0"/>
            <a:fld id="{AEAA3239-9EA4-4A65-A281-97F994456D9F}" type="slidenum">
              <a:rPr lang="en-US" smtClean="0"/>
              <a:t>‹Nº›</a:t>
            </a:fld>
            <a:endParaRPr lang="en-US"/>
          </a:p>
        </p:txBody>
      </p:sp>
      <p:sp>
        <p:nvSpPr>
          <p:cNvPr id="35" name="Marcador de posición de imagen 34">
            <a:extLst>
              <a:ext uri="{FF2B5EF4-FFF2-40B4-BE49-F238E27FC236}">
                <a16:creationId xmlns:a16="http://schemas.microsoft.com/office/drawing/2014/main" id="{A08E6492-6236-5992-A07D-5116336E8427}"/>
              </a:ext>
            </a:extLst>
          </p:cNvPr>
          <p:cNvSpPr>
            <a:spLocks noGrp="1"/>
          </p:cNvSpPr>
          <p:nvPr>
            <p:ph type="pic" sz="quarter" idx="13" hasCustomPrompt="1"/>
          </p:nvPr>
        </p:nvSpPr>
        <p:spPr>
          <a:xfrm>
            <a:off x="5348910" y="0"/>
            <a:ext cx="6843089" cy="6858000"/>
          </a:xfrm>
          <a:custGeom>
            <a:avLst/>
            <a:gdLst>
              <a:gd name="connsiteX0" fmla="*/ 0 w 6843089"/>
              <a:gd name="connsiteY0" fmla="*/ 629614 h 6858000"/>
              <a:gd name="connsiteX1" fmla="*/ 6843089 w 6843089"/>
              <a:gd name="connsiteY1" fmla="*/ 629614 h 6858000"/>
              <a:gd name="connsiteX2" fmla="*/ 6843089 w 6843089"/>
              <a:gd name="connsiteY2" fmla="*/ 6858000 h 6858000"/>
              <a:gd name="connsiteX3" fmla="*/ 0 w 6843089"/>
              <a:gd name="connsiteY3" fmla="*/ 6858000 h 6858000"/>
              <a:gd name="connsiteX4" fmla="*/ 0 w 6843089"/>
              <a:gd name="connsiteY4" fmla="*/ 0 h 6858000"/>
              <a:gd name="connsiteX5" fmla="*/ 6843089 w 6843089"/>
              <a:gd name="connsiteY5" fmla="*/ 0 h 6858000"/>
              <a:gd name="connsiteX6" fmla="*/ 6843089 w 6843089"/>
              <a:gd name="connsiteY6" fmla="*/ 565606 h 6858000"/>
              <a:gd name="connsiteX7" fmla="*/ 0 w 6843089"/>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89" h="6858000">
                <a:moveTo>
                  <a:pt x="0" y="629614"/>
                </a:moveTo>
                <a:lnTo>
                  <a:pt x="6843089" y="629614"/>
                </a:lnTo>
                <a:lnTo>
                  <a:pt x="6843089" y="6858000"/>
                </a:lnTo>
                <a:lnTo>
                  <a:pt x="0" y="6858000"/>
                </a:lnTo>
                <a:close/>
                <a:moveTo>
                  <a:pt x="0" y="0"/>
                </a:moveTo>
                <a:lnTo>
                  <a:pt x="6843089" y="0"/>
                </a:lnTo>
                <a:lnTo>
                  <a:pt x="6843089" y="565606"/>
                </a:lnTo>
                <a:lnTo>
                  <a:pt x="0" y="565606"/>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36" name="Rectángulo 35">
            <a:extLst>
              <a:ext uri="{FF2B5EF4-FFF2-40B4-BE49-F238E27FC236}">
                <a16:creationId xmlns:a16="http://schemas.microsoft.com/office/drawing/2014/main" id="{AB9E1B0C-9687-1C2C-7103-072A38CFE3B8}"/>
              </a:ext>
            </a:extLst>
          </p:cNvPr>
          <p:cNvSpPr/>
          <p:nvPr/>
        </p:nvSpPr>
        <p:spPr>
          <a:xfrm>
            <a:off x="634030" y="565606"/>
            <a:ext cx="115579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9600615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con imagen 5">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C79AA538-6584-1335-947D-99C9A0CA5A3D}"/>
              </a:ext>
            </a:extLst>
          </p:cNvPr>
          <p:cNvSpPr>
            <a:spLocks noGrp="1"/>
          </p:cNvSpPr>
          <p:nvPr>
            <p:ph type="title"/>
          </p:nvPr>
        </p:nvSpPr>
        <p:spPr>
          <a:xfrm>
            <a:off x="2128220" y="2689229"/>
            <a:ext cx="5101253" cy="3711571"/>
          </a:xfrm>
        </p:spPr>
        <p:txBody>
          <a:bodyPr rtlCol="0" anchor="b">
            <a:noAutofit/>
          </a:bodyPr>
          <a:lstStyle>
            <a:lvl1pPr>
              <a:defRPr sz="7200" cap="all" baseline="0"/>
            </a:lvl1pPr>
          </a:lstStyle>
          <a:p>
            <a:pPr rtl="0"/>
            <a:r>
              <a:rPr lang="es"/>
              <a:t>Haga clic para modificar el estilo de título del patrón</a:t>
            </a:r>
          </a:p>
        </p:txBody>
      </p:sp>
      <p:sp>
        <p:nvSpPr>
          <p:cNvPr id="11" name="Subtítulo 2">
            <a:extLst>
              <a:ext uri="{FF2B5EF4-FFF2-40B4-BE49-F238E27FC236}">
                <a16:creationId xmlns:a16="http://schemas.microsoft.com/office/drawing/2014/main" id="{0136D812-C006-B109-4529-F43530D92A6E}"/>
              </a:ext>
            </a:extLst>
          </p:cNvPr>
          <p:cNvSpPr>
            <a:spLocks noGrp="1"/>
          </p:cNvSpPr>
          <p:nvPr>
            <p:ph type="subTitle" idx="1"/>
          </p:nvPr>
        </p:nvSpPr>
        <p:spPr>
          <a:xfrm>
            <a:off x="533400" y="1016957"/>
            <a:ext cx="6685515" cy="73152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rtlCol="0"/>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rtlCol="0"/>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rtlCol="0"/>
          <a:lstStyle/>
          <a:p>
            <a:pPr rtl="0"/>
            <a:fld id="{AEAA3239-9EA4-4A65-A281-97F994456D9F}" type="slidenum">
              <a:rPr lang="en-US" smtClean="0"/>
              <a:t>‹Nº›</a:t>
            </a:fld>
            <a:endParaRPr lang="en-US"/>
          </a:p>
        </p:txBody>
      </p:sp>
      <p:sp>
        <p:nvSpPr>
          <p:cNvPr id="38" name="Marcador de posición de imagen 37">
            <a:extLst>
              <a:ext uri="{FF2B5EF4-FFF2-40B4-BE49-F238E27FC236}">
                <a16:creationId xmlns:a16="http://schemas.microsoft.com/office/drawing/2014/main" id="{64E68E40-D2D1-8DA8-1BBA-34E89F479DF7}"/>
              </a:ext>
            </a:extLst>
          </p:cNvPr>
          <p:cNvSpPr>
            <a:spLocks noGrp="1"/>
          </p:cNvSpPr>
          <p:nvPr>
            <p:ph type="pic" sz="quarter" idx="13" hasCustomPrompt="1"/>
          </p:nvPr>
        </p:nvSpPr>
        <p:spPr>
          <a:xfrm>
            <a:off x="7786070" y="-2"/>
            <a:ext cx="4405930" cy="6858001"/>
          </a:xfrm>
          <a:custGeom>
            <a:avLst/>
            <a:gdLst>
              <a:gd name="connsiteX0" fmla="*/ 0 w 4405930"/>
              <a:gd name="connsiteY0" fmla="*/ 0 h 6858001"/>
              <a:gd name="connsiteX1" fmla="*/ 4405930 w 4405930"/>
              <a:gd name="connsiteY1" fmla="*/ 0 h 6858001"/>
              <a:gd name="connsiteX2" fmla="*/ 4405930 w 4405930"/>
              <a:gd name="connsiteY2" fmla="*/ 6858001 h 6858001"/>
              <a:gd name="connsiteX3" fmla="*/ 0 w 4405930"/>
              <a:gd name="connsiteY3" fmla="*/ 6858001 h 6858001"/>
              <a:gd name="connsiteX4" fmla="*/ 0 w 4405930"/>
              <a:gd name="connsiteY4" fmla="*/ 632310 h 6858001"/>
              <a:gd name="connsiteX5" fmla="*/ 4405929 w 4405930"/>
              <a:gd name="connsiteY5" fmla="*/ 632310 h 6858001"/>
              <a:gd name="connsiteX6" fmla="*/ 4405929 w 4405930"/>
              <a:gd name="connsiteY6" fmla="*/ 568302 h 6858001"/>
              <a:gd name="connsiteX7" fmla="*/ 0 w 4405930"/>
              <a:gd name="connsiteY7" fmla="*/ 56830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1">
                <a:moveTo>
                  <a:pt x="0" y="0"/>
                </a:moveTo>
                <a:lnTo>
                  <a:pt x="4405930" y="0"/>
                </a:lnTo>
                <a:lnTo>
                  <a:pt x="4405930" y="6858001"/>
                </a:lnTo>
                <a:lnTo>
                  <a:pt x="0" y="6858001"/>
                </a:lnTo>
                <a:lnTo>
                  <a:pt x="0" y="632310"/>
                </a:lnTo>
                <a:lnTo>
                  <a:pt x="4405929" y="632310"/>
                </a:lnTo>
                <a:lnTo>
                  <a:pt x="4405929" y="568302"/>
                </a:lnTo>
                <a:lnTo>
                  <a:pt x="0" y="568302"/>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39" name="Rectángulo 38">
            <a:extLst>
              <a:ext uri="{FF2B5EF4-FFF2-40B4-BE49-F238E27FC236}">
                <a16:creationId xmlns:a16="http://schemas.microsoft.com/office/drawing/2014/main" id="{031C6569-302F-A491-577D-85BBD3AFD160}"/>
              </a:ext>
            </a:extLst>
          </p:cNvPr>
          <p:cNvSpPr/>
          <p:nvPr/>
        </p:nvSpPr>
        <p:spPr>
          <a:xfrm>
            <a:off x="634034" y="568300"/>
            <a:ext cx="11557965"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7106023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con imagen 6">
    <p:bg>
      <p:bgPr>
        <a:solidFill>
          <a:schemeClr val="bg1"/>
        </a:solidFill>
        <a:effectLst/>
      </p:bgPr>
    </p:bg>
    <p:spTree>
      <p:nvGrpSpPr>
        <p:cNvPr id="1" name=""/>
        <p:cNvGrpSpPr/>
        <p:nvPr/>
      </p:nvGrpSpPr>
      <p:grpSpPr>
        <a:xfrm>
          <a:off x="0" y="0"/>
          <a:ext cx="0" cy="0"/>
          <a:chOff x="0" y="0"/>
          <a:chExt cx="0" cy="0"/>
        </a:xfrm>
      </p:grpSpPr>
      <p:sp>
        <p:nvSpPr>
          <p:cNvPr id="45" name="Rectángulo 44">
            <a:extLst>
              <a:ext uri="{FF2B5EF4-FFF2-40B4-BE49-F238E27FC236}">
                <a16:creationId xmlns:a16="http://schemas.microsoft.com/office/drawing/2014/main" id="{528339C4-3F0B-4FDE-331F-F8029E9A43FE}"/>
              </a:ext>
            </a:extLst>
          </p:cNvPr>
          <p:cNvSpPr/>
          <p:nvPr/>
        </p:nvSpPr>
        <p:spPr>
          <a:xfrm>
            <a:off x="0" y="0"/>
            <a:ext cx="778606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Título 8">
            <a:extLst>
              <a:ext uri="{FF2B5EF4-FFF2-40B4-BE49-F238E27FC236}">
                <a16:creationId xmlns:a16="http://schemas.microsoft.com/office/drawing/2014/main" id="{0BC36425-FDF2-F5CF-6A47-6FF03D432E73}"/>
              </a:ext>
            </a:extLst>
          </p:cNvPr>
          <p:cNvSpPr>
            <a:spLocks noGrp="1"/>
          </p:cNvSpPr>
          <p:nvPr>
            <p:ph type="title"/>
          </p:nvPr>
        </p:nvSpPr>
        <p:spPr>
          <a:xfrm>
            <a:off x="1571624" y="1016955"/>
            <a:ext cx="5657849" cy="2980050"/>
          </a:xfrm>
        </p:spPr>
        <p:txBody>
          <a:bodyPr rtlCol="0">
            <a:noAutofit/>
          </a:bodyPr>
          <a:lstStyle>
            <a:lvl1pPr>
              <a:defRPr sz="7200" cap="all" baseline="0">
                <a:solidFill>
                  <a:schemeClr val="bg1"/>
                </a:solidFill>
              </a:defRPr>
            </a:lvl1pPr>
          </a:lstStyle>
          <a:p>
            <a:pPr rtl="0"/>
            <a:r>
              <a:rPr lang="es"/>
              <a:t>Haga clic para modificar el estilo de título del patrón</a:t>
            </a:r>
          </a:p>
        </p:txBody>
      </p:sp>
      <p:sp>
        <p:nvSpPr>
          <p:cNvPr id="13" name="Subtítulo 2">
            <a:extLst>
              <a:ext uri="{FF2B5EF4-FFF2-40B4-BE49-F238E27FC236}">
                <a16:creationId xmlns:a16="http://schemas.microsoft.com/office/drawing/2014/main" id="{2100EADD-FAC0-B5A1-CE0F-C7DBBBB19153}"/>
              </a:ext>
            </a:extLst>
          </p:cNvPr>
          <p:cNvSpPr>
            <a:spLocks noGrp="1"/>
          </p:cNvSpPr>
          <p:nvPr>
            <p:ph type="subTitle" idx="1"/>
          </p:nvPr>
        </p:nvSpPr>
        <p:spPr>
          <a:xfrm>
            <a:off x="3457574" y="5013960"/>
            <a:ext cx="3761341" cy="842323"/>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rtl="0"/>
            <a:r>
              <a:rPr lang="es"/>
              <a:t>Haga clic para editar el estilo de subtítulo del patrón</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rtlCol="0"/>
          <a:lstStyle>
            <a:lvl1pPr>
              <a:defRPr>
                <a:solidFill>
                  <a:schemeClr val="bg1"/>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rtlCol="0"/>
          <a:lstStyle>
            <a:lvl1pPr>
              <a:defRPr>
                <a:solidFill>
                  <a:schemeClr val="bg1"/>
                </a:solidFill>
              </a:defRPr>
            </a:lvl1pPr>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44" name="Marcador de posición de imagen 43">
            <a:extLst>
              <a:ext uri="{FF2B5EF4-FFF2-40B4-BE49-F238E27FC236}">
                <a16:creationId xmlns:a16="http://schemas.microsoft.com/office/drawing/2014/main" id="{B02236DF-7EF5-6F1F-81E2-5FBB5F770DDA}"/>
              </a:ext>
            </a:extLst>
          </p:cNvPr>
          <p:cNvSpPr>
            <a:spLocks noGrp="1"/>
          </p:cNvSpPr>
          <p:nvPr>
            <p:ph type="pic" sz="quarter" idx="13" hasCustomPrompt="1"/>
          </p:nvPr>
        </p:nvSpPr>
        <p:spPr>
          <a:xfrm>
            <a:off x="7786070" y="0"/>
            <a:ext cx="4405930" cy="6858000"/>
          </a:xfrm>
          <a:custGeom>
            <a:avLst/>
            <a:gdLst>
              <a:gd name="connsiteX0" fmla="*/ 0 w 4405930"/>
              <a:gd name="connsiteY0" fmla="*/ 0 h 6858000"/>
              <a:gd name="connsiteX1" fmla="*/ 4405930 w 4405930"/>
              <a:gd name="connsiteY1" fmla="*/ 0 h 6858000"/>
              <a:gd name="connsiteX2" fmla="*/ 4405930 w 4405930"/>
              <a:gd name="connsiteY2" fmla="*/ 6858000 h 6858000"/>
              <a:gd name="connsiteX3" fmla="*/ 0 w 4405930"/>
              <a:gd name="connsiteY3" fmla="*/ 6858000 h 6858000"/>
              <a:gd name="connsiteX4" fmla="*/ 0 w 4405930"/>
              <a:gd name="connsiteY4" fmla="*/ 6223002 h 6858000"/>
              <a:gd name="connsiteX5" fmla="*/ 4405929 w 4405930"/>
              <a:gd name="connsiteY5" fmla="*/ 6223002 h 6858000"/>
              <a:gd name="connsiteX6" fmla="*/ 4405929 w 4405930"/>
              <a:gd name="connsiteY6" fmla="*/ 6158994 h 6858000"/>
              <a:gd name="connsiteX7" fmla="*/ 0 w 4405930"/>
              <a:gd name="connsiteY7" fmla="*/ 6158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0">
                <a:moveTo>
                  <a:pt x="0" y="0"/>
                </a:moveTo>
                <a:lnTo>
                  <a:pt x="4405930" y="0"/>
                </a:lnTo>
                <a:lnTo>
                  <a:pt x="4405930" y="6858000"/>
                </a:lnTo>
                <a:lnTo>
                  <a:pt x="0" y="6858000"/>
                </a:lnTo>
                <a:lnTo>
                  <a:pt x="0" y="6223002"/>
                </a:lnTo>
                <a:lnTo>
                  <a:pt x="4405929" y="6223002"/>
                </a:lnTo>
                <a:lnTo>
                  <a:pt x="4405929" y="6158994"/>
                </a:lnTo>
                <a:lnTo>
                  <a:pt x="0" y="6158994"/>
                </a:lnTo>
                <a:close/>
              </a:path>
            </a:pathLst>
          </a:custGeom>
          <a:blipFill>
            <a:blip r:embed="rId2">
              <a:alphaModFix amt="60000"/>
            </a:blip>
            <a:stretch>
              <a:fillRect/>
            </a:stretch>
          </a:blipFill>
        </p:spPr>
        <p:txBody>
          <a:bodyPr wrap="square" rtlCol="0">
            <a:noAutofit/>
          </a:bodyPr>
          <a:lstStyle>
            <a:lvl1pPr marL="0" indent="0">
              <a:buNone/>
              <a:defRPr/>
            </a:lvl1pPr>
          </a:lstStyle>
          <a:p>
            <a:pPr rtl="0"/>
            <a:r>
              <a:rPr lang="es"/>
              <a:t> </a:t>
            </a:r>
          </a:p>
        </p:txBody>
      </p:sp>
      <p:sp>
        <p:nvSpPr>
          <p:cNvPr id="8" name="Forma libre 7">
            <a:extLst>
              <a:ext uri="{FF2B5EF4-FFF2-40B4-BE49-F238E27FC236}">
                <a16:creationId xmlns:a16="http://schemas.microsoft.com/office/drawing/2014/main" id="{1ED591FA-7D43-29EE-BFC3-BBC766B4EE45}"/>
              </a:ext>
            </a:extLst>
          </p:cNvPr>
          <p:cNvSpPr/>
          <p:nvPr userDrawn="1"/>
        </p:nvSpPr>
        <p:spPr>
          <a:xfrm>
            <a:off x="3457574" y="6158994"/>
            <a:ext cx="4328495"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9708704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con imagen 7">
    <p:bg>
      <p:bgPr>
        <a:solidFill>
          <a:schemeClr val="tx2"/>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4AC4AA71-4D00-C504-86D1-E003D9A4DEDF}"/>
              </a:ext>
            </a:extLst>
          </p:cNvPr>
          <p:cNvSpPr>
            <a:spLocks noGrp="1"/>
          </p:cNvSpPr>
          <p:nvPr>
            <p:ph type="title"/>
          </p:nvPr>
        </p:nvSpPr>
        <p:spPr>
          <a:xfrm>
            <a:off x="1447800" y="3623950"/>
            <a:ext cx="7275859" cy="2395850"/>
          </a:xfrm>
        </p:spPr>
        <p:txBody>
          <a:bodyPr rtlCol="0" anchor="b">
            <a:noAutofit/>
          </a:bodyPr>
          <a:lstStyle>
            <a:lvl1pPr>
              <a:defRPr sz="7200" cap="all" baseline="0">
                <a:solidFill>
                  <a:schemeClr val="bg1"/>
                </a:solidFill>
              </a:defRPr>
            </a:lvl1pPr>
          </a:lstStyle>
          <a:p>
            <a:pPr rtl="0"/>
            <a:r>
              <a:rPr lang="es"/>
              <a:t>Haga clic para modificar el estilo de título del patrón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9110042" y="4728526"/>
            <a:ext cx="2548557" cy="1127758"/>
          </a:xfrm>
          <a:prstGeom prst="rect">
            <a:avLst/>
          </a:prstGeom>
        </p:spPr>
        <p:txBody>
          <a:bodyPr rtlCol="0" anchor="b">
            <a:normAutofit/>
          </a:bodyPr>
          <a:lstStyle>
            <a:lvl1pPr marL="0" indent="0" algn="r">
              <a:buNone/>
              <a:defRPr sz="20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35" name="Marcador de posición de imagen 34">
            <a:extLst>
              <a:ext uri="{FF2B5EF4-FFF2-40B4-BE49-F238E27FC236}">
                <a16:creationId xmlns:a16="http://schemas.microsoft.com/office/drawing/2014/main" id="{B9064727-BADB-A389-B86C-8631998C0849}"/>
              </a:ext>
            </a:extLst>
          </p:cNvPr>
          <p:cNvSpPr>
            <a:spLocks noGrp="1"/>
          </p:cNvSpPr>
          <p:nvPr>
            <p:ph type="pic" sz="quarter" idx="13" hasCustomPrompt="1"/>
          </p:nvPr>
        </p:nvSpPr>
        <p:spPr>
          <a:xfrm>
            <a:off x="1571624" y="-1"/>
            <a:ext cx="10620375" cy="3242950"/>
          </a:xfr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rtlCol="0"/>
          <a:lstStyle>
            <a:lvl1pPr>
              <a:defRPr>
                <a:solidFill>
                  <a:schemeClr val="bg1"/>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9110037" y="6476999"/>
            <a:ext cx="1885950" cy="381001"/>
          </a:xfrm>
          <a:prstGeom prst="rect">
            <a:avLst/>
          </a:prstGeom>
        </p:spPr>
        <p:txBody>
          <a:bodyPr rtlCol="0"/>
          <a:lstStyle>
            <a:lvl1pPr>
              <a:defRPr>
                <a:solidFill>
                  <a:schemeClr val="bg1"/>
                </a:solidFill>
              </a:defRPr>
            </a:lvl1pPr>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77000"/>
            <a:ext cx="657226" cy="381001"/>
          </a:xfrm>
          <a:prstGeom prst="rect">
            <a:avLst/>
          </a:prstGeo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10" name="Forma libre 9">
            <a:extLst>
              <a:ext uri="{FF2B5EF4-FFF2-40B4-BE49-F238E27FC236}">
                <a16:creationId xmlns:a16="http://schemas.microsoft.com/office/drawing/2014/main" id="{8DFF3827-CD62-4A14-DFBC-0250A91ECBC5}"/>
              </a:ext>
            </a:extLst>
          </p:cNvPr>
          <p:cNvSpPr/>
          <p:nvPr/>
        </p:nvSpPr>
        <p:spPr>
          <a:xfrm>
            <a:off x="9110042" y="6167560"/>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36" name="Forma libre 35">
            <a:extLst>
              <a:ext uri="{FF2B5EF4-FFF2-40B4-BE49-F238E27FC236}">
                <a16:creationId xmlns:a16="http://schemas.microsoft.com/office/drawing/2014/main" id="{B46863E6-656C-574C-DA91-23C8D30CE998}"/>
              </a:ext>
            </a:extLst>
          </p:cNvPr>
          <p:cNvSpPr/>
          <p:nvPr/>
        </p:nvSpPr>
        <p:spPr>
          <a:xfrm>
            <a:off x="1571623" y="6167558"/>
            <a:ext cx="754379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94687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ncabezado de secció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rtl="0"/>
            <a:r>
              <a:rPr lang="es"/>
              <a:t>ENCABEZADO DE SECCIÓN</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rtlCol="0"/>
          <a:lstStyle>
            <a:lvl1pPr>
              <a:defRPr>
                <a:solidFill>
                  <a:schemeClr val="bg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rtlCol="0"/>
          <a:lstStyle>
            <a:lvl1pPr>
              <a:defRPr>
                <a:solidFill>
                  <a:schemeClr val="bg2"/>
                </a:solidFill>
              </a:defRPr>
            </a:lvl1pPr>
          </a:lstStyle>
          <a:p>
            <a:pPr rtl="0"/>
            <a:r>
              <a:rPr lang="en-US"/>
              <a:t>17/9/2025</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rtlCol="0"/>
          <a:lstStyle>
            <a:lvl1pPr>
              <a:defRPr>
                <a:solidFill>
                  <a:schemeClr val="bg2"/>
                </a:solidFill>
              </a:defRPr>
            </a:lvl1pPr>
          </a:lstStyle>
          <a:p>
            <a:pPr rtl="0"/>
            <a:fld id="{AEAA3239-9EA4-4A65-A281-97F994456D9F}" type="slidenum">
              <a:rPr lang="en-US" smtClean="0"/>
              <a:pPr rtl="0"/>
              <a:t>‹Nº›</a:t>
            </a:fld>
            <a:endParaRPr lang="en-US"/>
          </a:p>
        </p:txBody>
      </p:sp>
      <p:sp>
        <p:nvSpPr>
          <p:cNvPr id="32" name="Rectángulo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3" name="Rectángulo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5102789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rtlCol="0" anchor="t">
            <a:normAutofit/>
          </a:bodyPr>
          <a:lstStyle>
            <a:lvl1pPr>
              <a:defRPr sz="7200" cap="all" baseline="0"/>
            </a:lvl1pPr>
          </a:lstStyle>
          <a:p>
            <a:pPr rtl="0"/>
            <a:r>
              <a:rPr lang="es"/>
              <a:t>AGENDA</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rtlCol="0">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rtlCol="0"/>
          <a:lstStyle>
            <a:lvl1pPr>
              <a:defRPr>
                <a:solidFill>
                  <a:schemeClr val="tx2"/>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4" name="Rectángulo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9772552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hasCustomPrompt="1"/>
          </p:nvPr>
        </p:nvSpPr>
        <p:spPr>
          <a:xfrm>
            <a:off x="1571616" y="1016955"/>
            <a:ext cx="10086983" cy="1127758"/>
          </a:xfrm>
          <a:prstGeom prst="rect">
            <a:avLst/>
          </a:prstGeom>
        </p:spPr>
        <p:txBody>
          <a:bodyPr rtlCol="0" anchor="t">
            <a:normAutofit/>
          </a:bodyPr>
          <a:lstStyle>
            <a:lvl1pPr>
              <a:defRPr sz="7200" cap="all" baseline="0"/>
            </a:lvl1pPr>
          </a:lstStyle>
          <a:p>
            <a:pPr rtl="0"/>
            <a:r>
              <a:rPr lang="es"/>
              <a:t>AGENDA</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3457574" y="2510472"/>
            <a:ext cx="8201025" cy="3345813"/>
          </a:xfrm>
          <a:prstGeom prst="rect">
            <a:avLst/>
          </a:prstGeom>
        </p:spPr>
        <p:txBody>
          <a:bodyPr rtlCol="0" anchor="b">
            <a:normAutofit/>
          </a:bodyPr>
          <a:lstStyle>
            <a:lvl1pPr marL="4572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1pPr>
            <a:lvl2pPr marL="6858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2pPr>
            <a:lvl3pPr marL="8001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3pPr>
            <a:lvl4pPr marL="10287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4pPr>
            <a:lvl5pPr marL="12573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77000"/>
            <a:ext cx="8582024"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a:xfrm>
            <a:off x="9120810" y="6477000"/>
            <a:ext cx="1880569" cy="381001"/>
          </a:xfrm>
          <a:prstGeom prst="rect">
            <a:avLst/>
          </a:prstGeom>
        </p:spPr>
        <p:txBody>
          <a:bodyPr rtlCol="0"/>
          <a:lstStyle>
            <a:lvl1pPr>
              <a:defRPr>
                <a:solidFill>
                  <a:schemeClr val="tx2"/>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1379" y="6477000"/>
            <a:ext cx="668011"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6" name="Rectángulo 5">
            <a:extLst>
              <a:ext uri="{FF2B5EF4-FFF2-40B4-BE49-F238E27FC236}">
                <a16:creationId xmlns:a16="http://schemas.microsoft.com/office/drawing/2014/main" id="{3ED80240-B3FF-301A-7873-10FB09246CCA}"/>
              </a:ext>
            </a:extLst>
          </p:cNvPr>
          <p:cNvSpPr/>
          <p:nvPr userDrawn="1"/>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ctángulo 7">
            <a:extLst>
              <a:ext uri="{FF2B5EF4-FFF2-40B4-BE49-F238E27FC236}">
                <a16:creationId xmlns:a16="http://schemas.microsoft.com/office/drawing/2014/main" id="{C14D47D0-4154-EDAC-8824-1648A190B7A6}"/>
              </a:ext>
            </a:extLst>
          </p:cNvPr>
          <p:cNvSpPr/>
          <p:nvPr userDrawn="1"/>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700072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con image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rtlCol="0">
            <a:normAutofit/>
          </a:bodyPr>
          <a:lstStyle>
            <a:lvl1pPr>
              <a:defRPr sz="7200" cap="all" baseline="0"/>
            </a:lvl1pPr>
          </a:lstStyle>
          <a:p>
            <a:pPr rtl="0"/>
            <a:r>
              <a:rPr lang="es"/>
              <a:t>AGENDA</a:t>
            </a:r>
          </a:p>
        </p:txBody>
      </p:sp>
      <p:sp>
        <p:nvSpPr>
          <p:cNvPr id="39" name="Marcador de posición de imagen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rtlCol="0"/>
          <a:lstStyle>
            <a:lvl1pPr marL="0" indent="0">
              <a:buNone/>
              <a:defRPr/>
            </a:lvl1pPr>
          </a:lstStyle>
          <a:p>
            <a:pPr rtl="0"/>
            <a:r>
              <a:rPr lang="es"/>
              <a:t> </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rtlCol="0">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rtlCol="0"/>
          <a:lstStyle/>
          <a:p>
            <a:pPr rtl="0"/>
            <a:r>
              <a:rPr lang="es"/>
              <a:t>Título de la presentación</a:t>
            </a:r>
            <a:endParaRPr lang="en-US"/>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rtlCol="0"/>
          <a:lstStyle/>
          <a:p>
            <a:pPr rtl="0"/>
            <a:r>
              <a:rPr lang="en-US"/>
              <a:t>17/9/2025</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rtlCol="0"/>
          <a:lstStyle/>
          <a:p>
            <a:pPr rtl="0"/>
            <a:fld id="{AEAA3239-9EA4-4A65-A281-97F994456D9F}" type="slidenum">
              <a:rPr lang="en-US" smtClean="0"/>
              <a:t>‹Nº›</a:t>
            </a:fld>
            <a:endParaRPr lang="en-US"/>
          </a:p>
        </p:txBody>
      </p:sp>
      <p:sp>
        <p:nvSpPr>
          <p:cNvPr id="34" name="Rectángulo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498803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ido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A56B3EE4-062C-F433-E634-3A18DC144881}"/>
              </a:ext>
            </a:extLst>
          </p:cNvPr>
          <p:cNvSpPr>
            <a:spLocks noGrp="1"/>
          </p:cNvSpPr>
          <p:nvPr>
            <p:ph type="title"/>
          </p:nvPr>
        </p:nvSpPr>
        <p:spPr>
          <a:xfrm>
            <a:off x="533399" y="1016955"/>
            <a:ext cx="8190252" cy="1064665"/>
          </a:xfrm>
        </p:spPr>
        <p:txBody>
          <a:bodyPr rtlCol="0"/>
          <a:lstStyle>
            <a:lvl1pPr>
              <a:defRPr cap="all" baseline="0"/>
            </a:lvl1pPr>
          </a:lstStyle>
          <a:p>
            <a:pPr rtl="0"/>
            <a:r>
              <a:rPr lang="es"/>
              <a:t>Haga clic para modificar el estilo de título del patrón</a:t>
            </a:r>
          </a:p>
        </p:txBody>
      </p:sp>
      <p:sp>
        <p:nvSpPr>
          <p:cNvPr id="33" name="Rectángulo 32">
            <a:extLst>
              <a:ext uri="{FF2B5EF4-FFF2-40B4-BE49-F238E27FC236}">
                <a16:creationId xmlns:a16="http://schemas.microsoft.com/office/drawing/2014/main" id="{47E7D5E3-074F-6FA6-6315-6EB342D2C2D0}"/>
              </a:ext>
            </a:extLst>
          </p:cNvPr>
          <p:cNvSpPr/>
          <p:nvPr userDrawn="1"/>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4" name="Rectángulo 33">
            <a:extLst>
              <a:ext uri="{FF2B5EF4-FFF2-40B4-BE49-F238E27FC236}">
                <a16:creationId xmlns:a16="http://schemas.microsoft.com/office/drawing/2014/main" id="{5A2BF4CD-78B4-D70F-8781-6C00B2CEA066}"/>
              </a:ext>
            </a:extLst>
          </p:cNvPr>
          <p:cNvSpPr/>
          <p:nvPr/>
        </p:nvSpPr>
        <p:spPr>
          <a:xfrm>
            <a:off x="634029" y="2144714"/>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Marcador de contenido 11">
            <a:extLst>
              <a:ext uri="{FF2B5EF4-FFF2-40B4-BE49-F238E27FC236}">
                <a16:creationId xmlns:a16="http://schemas.microsoft.com/office/drawing/2014/main" id="{8447EC38-FC2B-37AD-5285-1B51B7FA258B}"/>
              </a:ext>
            </a:extLst>
          </p:cNvPr>
          <p:cNvSpPr>
            <a:spLocks noGrp="1"/>
          </p:cNvSpPr>
          <p:nvPr>
            <p:ph sz="quarter" idx="14"/>
          </p:nvPr>
        </p:nvSpPr>
        <p:spPr>
          <a:xfrm>
            <a:off x="533400" y="2495232"/>
            <a:ext cx="4659313" cy="1644650"/>
          </a:xfrm>
        </p:spPr>
        <p:txBody>
          <a:bodyPr rtlCol="0">
            <a:normAutofit/>
          </a:bodyPr>
          <a:lstStyle>
            <a:lvl1pPr marL="0" indent="0">
              <a:spcBef>
                <a:spcPts val="0"/>
              </a:spcBef>
              <a:buNone/>
              <a:defRPr sz="1400"/>
            </a:lvl1pPr>
            <a:lvl2pPr marL="228600" indent="0">
              <a:spcBef>
                <a:spcPts val="0"/>
              </a:spcBef>
              <a:buNone/>
              <a:defRPr sz="1400"/>
            </a:lvl2pPr>
            <a:lvl3pPr marL="457200" indent="0">
              <a:spcBef>
                <a:spcPts val="0"/>
              </a:spcBef>
              <a:buNone/>
              <a:defRPr sz="1400"/>
            </a:lvl3pPr>
            <a:lvl4pPr marL="685800" indent="0">
              <a:spcBef>
                <a:spcPts val="0"/>
              </a:spcBef>
              <a:buNone/>
              <a:defRPr sz="1400"/>
            </a:lvl4pPr>
            <a:lvl5pPr marL="914400" indent="0">
              <a:spcBef>
                <a:spcPts val="0"/>
              </a:spcBef>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6304302"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a:xfrm>
            <a:off x="6843095" y="6477000"/>
            <a:ext cx="1223330" cy="381001"/>
          </a:xfrm>
          <a:prstGeom prst="rect">
            <a:avLst/>
          </a:prstGeom>
        </p:spPr>
        <p:txBody>
          <a:bodyPr rtlCol="0"/>
          <a:lstStyle>
            <a:lvl1pPr>
              <a:defRPr>
                <a:solidFill>
                  <a:schemeClr val="tx2"/>
                </a:solidFill>
              </a:defRPr>
            </a:lvl1pPr>
          </a:lstStyle>
          <a:p>
            <a:pPr rtl="0"/>
            <a:r>
              <a:rPr lang="en-US"/>
              <a:t>17/9/2025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a:xfrm>
            <a:off x="8066425"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9" name="Forma libre 8">
            <a:extLst>
              <a:ext uri="{FF2B5EF4-FFF2-40B4-BE49-F238E27FC236}">
                <a16:creationId xmlns:a16="http://schemas.microsoft.com/office/drawing/2014/main" id="{37ECC57E-F626-26BF-F554-362A80454818}"/>
              </a:ext>
            </a:extLst>
          </p:cNvPr>
          <p:cNvSpPr/>
          <p:nvPr userDrawn="1"/>
        </p:nvSpPr>
        <p:spPr>
          <a:xfrm>
            <a:off x="9110042" y="2144714"/>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1388605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ido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93859" cy="3456894"/>
          </a:xfrm>
          <a:prstGeom prst="rect">
            <a:avLst/>
          </a:prstGeom>
        </p:spPr>
        <p:txBody>
          <a:bodyPr rtlCol="0" anchor="t">
            <a:normAutofit/>
          </a:bodyPr>
          <a:lstStyle>
            <a:lvl1pPr>
              <a:defRPr sz="3600" cap="all" baseline="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D42D62A0-8127-CE86-0633-0D65E1E136F7}"/>
              </a:ext>
            </a:extLst>
          </p:cNvPr>
          <p:cNvSpPr>
            <a:spLocks noGrp="1"/>
          </p:cNvSpPr>
          <p:nvPr>
            <p:ph sz="quarter" idx="13"/>
          </p:nvPr>
        </p:nvSpPr>
        <p:spPr>
          <a:xfrm>
            <a:off x="4962527" y="1016955"/>
            <a:ext cx="6696073" cy="3461212"/>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es"/>
              <a:t>Título de la presentación</a:t>
            </a:r>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17/9/2025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95976" y="6477000"/>
            <a:ext cx="662624" cy="381001"/>
          </a:xfrm>
          <a:prstGeom prst="rect">
            <a:avLst/>
          </a:prstGeom>
        </p:spPr>
        <p:txBody>
          <a:bodyPr rtlCol="0"/>
          <a:lstStyle/>
          <a:p>
            <a:pPr rtl="0"/>
            <a:fld id="{AEAA3239-9EA4-4A65-A281-97F994456D9F}" type="slidenum">
              <a:rPr lang="en-US" smtClean="0"/>
              <a:t>‹Nº›</a:t>
            </a:fld>
            <a:endParaRPr lang="en-US"/>
          </a:p>
        </p:txBody>
      </p:sp>
      <p:sp>
        <p:nvSpPr>
          <p:cNvPr id="3" name="Rectángulo 2">
            <a:extLst>
              <a:ext uri="{FF2B5EF4-FFF2-40B4-BE49-F238E27FC236}">
                <a16:creationId xmlns:a16="http://schemas.microsoft.com/office/drawing/2014/main" id="{318A2D93-E48C-9CE8-FF5E-7230586A29D9}"/>
              </a:ext>
            </a:extLst>
          </p:cNvPr>
          <p:cNvSpPr/>
          <p:nvPr userDrawn="1"/>
        </p:nvSpPr>
        <p:spPr>
          <a:xfrm>
            <a:off x="4019552" y="570037"/>
            <a:ext cx="8172448" cy="59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ángulo 8">
            <a:extLst>
              <a:ext uri="{FF2B5EF4-FFF2-40B4-BE49-F238E27FC236}">
                <a16:creationId xmlns:a16="http://schemas.microsoft.com/office/drawing/2014/main" id="{23FA3421-FB3F-747A-9D40-EB149BBDD6FA}"/>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682633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ido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rtlCol="0" anchor="t">
            <a:normAutofit/>
          </a:bodyPr>
          <a:lstStyle>
            <a:lvl1pPr>
              <a:defRPr sz="3600" cap="all" baseline="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es"/>
              <a:t>Título de la presentación</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17/9/2025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‹Nº›</a:t>
            </a:fld>
            <a:endParaRPr lang="en-US"/>
          </a:p>
        </p:txBody>
      </p:sp>
      <p:sp>
        <p:nvSpPr>
          <p:cNvPr id="34" name="Rectángulo 33">
            <a:extLst>
              <a:ext uri="{FF2B5EF4-FFF2-40B4-BE49-F238E27FC236}">
                <a16:creationId xmlns:a16="http://schemas.microsoft.com/office/drawing/2014/main" id="{9AE531BB-71E1-57EF-0879-5979B0C95458}"/>
              </a:ext>
            </a:extLst>
          </p:cNvPr>
          <p:cNvSpPr/>
          <p:nvPr userDrawn="1"/>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ángulo 8">
            <a:extLst>
              <a:ext uri="{FF2B5EF4-FFF2-40B4-BE49-F238E27FC236}">
                <a16:creationId xmlns:a16="http://schemas.microsoft.com/office/drawing/2014/main" id="{731FD272-0797-A5C1-BAB9-E68F518B8158}"/>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681359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ido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6147" cy="4940661"/>
          </a:xfrm>
          <a:prstGeom prst="rect">
            <a:avLst/>
          </a:prstGeom>
        </p:spPr>
        <p:txBody>
          <a:bodyPr rtlCol="0" anchor="t">
            <a:normAutofit/>
          </a:bodyPr>
          <a:lstStyle>
            <a:lvl1pPr>
              <a:defRPr sz="3600" cap="all" baseline="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4962526" y="1016955"/>
            <a:ext cx="6696074" cy="4940661"/>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es"/>
              <a:t>Título de la presentación</a:t>
            </a:r>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17/9/2025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‹Nº›</a:t>
            </a:fld>
            <a:endParaRPr lang="en-US"/>
          </a:p>
        </p:txBody>
      </p:sp>
      <p:sp>
        <p:nvSpPr>
          <p:cNvPr id="3" name="Rectángulo 2">
            <a:extLst>
              <a:ext uri="{FF2B5EF4-FFF2-40B4-BE49-F238E27FC236}">
                <a16:creationId xmlns:a16="http://schemas.microsoft.com/office/drawing/2014/main" id="{E5C1B67F-B248-B2D5-AE0D-B9A93FFB6061}"/>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ángulo 6">
            <a:extLst>
              <a:ext uri="{FF2B5EF4-FFF2-40B4-BE49-F238E27FC236}">
                <a16:creationId xmlns:a16="http://schemas.microsoft.com/office/drawing/2014/main" id="{F98DF7F2-59F5-C597-5370-B00D427EA660}"/>
              </a:ext>
            </a:extLst>
          </p:cNvPr>
          <p:cNvSpPr/>
          <p:nvPr userDrawn="1"/>
        </p:nvSpPr>
        <p:spPr>
          <a:xfrm>
            <a:off x="4019547" y="570037"/>
            <a:ext cx="8172453"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487075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ido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rtlCol="0" anchor="t">
            <a:normAutofit/>
          </a:bodyPr>
          <a:lstStyle>
            <a:lvl1pPr>
              <a:defRPr sz="3600" cap="all" baseline="0">
                <a:latin typeface="+mj-lt"/>
              </a:defRPr>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rtlCol="0"/>
          <a:lstStyle/>
          <a:p>
            <a:pPr rtl="0"/>
            <a:r>
              <a:rPr lang="es"/>
              <a:t>Título de la presentación</a:t>
            </a:r>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rtlCol="0"/>
          <a:lstStyle/>
          <a:p>
            <a:pPr rtl="0"/>
            <a:r>
              <a:rPr lang="en-US"/>
              <a:t>17/9/2025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rtlCol="0"/>
          <a:lstStyle/>
          <a:p>
            <a:pPr rtl="0"/>
            <a:fld id="{AEAA3239-9EA4-4A65-A281-97F994456D9F}" type="slidenum">
              <a:rPr lang="en-US" smtClean="0"/>
              <a:t>‹Nº›</a:t>
            </a:fld>
            <a:endParaRPr lang="en-US"/>
          </a:p>
        </p:txBody>
      </p:sp>
      <p:sp>
        <p:nvSpPr>
          <p:cNvPr id="7" name="Rectángulo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7E1D59CA-78A2-7B8F-A9C7-E86B47BEAE5E}"/>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5171055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ido con image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rtlCol="0" anchor="t"/>
          <a:lstStyle>
            <a:lvl1pPr>
              <a:defRPr cap="all" baseline="0"/>
            </a:lvl1pPr>
          </a:lstStyle>
          <a:p>
            <a:pPr rtl="0"/>
            <a:r>
              <a:rPr lang="es"/>
              <a:t>Haga clic para modificar el estilo de título del patrón</a:t>
            </a:r>
          </a:p>
        </p:txBody>
      </p:sp>
      <p:sp>
        <p:nvSpPr>
          <p:cNvPr id="38" name="Marcador de posición de imagen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9" name="Marcador de pie de página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rtlCol="0"/>
          <a:lstStyle>
            <a:lvl1pPr>
              <a:defRPr>
                <a:solidFill>
                  <a:schemeClr val="tx2"/>
                </a:solidFill>
              </a:defRPr>
            </a:lvl1pPr>
          </a:lstStyle>
          <a:p>
            <a:pPr rtl="0"/>
            <a:r>
              <a:rPr lang="en-US"/>
              <a:t>17/9/2025</a:t>
            </a:r>
          </a:p>
        </p:txBody>
      </p:sp>
      <p:sp>
        <p:nvSpPr>
          <p:cNvPr id="10" name="Marcador de número de diapositiva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 name="Forma libre 2">
            <a:extLst>
              <a:ext uri="{FF2B5EF4-FFF2-40B4-BE49-F238E27FC236}">
                <a16:creationId xmlns:a16="http://schemas.microsoft.com/office/drawing/2014/main" id="{EC16BEA9-7D3A-E34B-4442-F0BFB853F3F8}"/>
              </a:ext>
            </a:extLst>
          </p:cNvPr>
          <p:cNvSpPr/>
          <p:nvPr userDrawn="1"/>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Rectángulo 4">
            <a:extLst>
              <a:ext uri="{FF2B5EF4-FFF2-40B4-BE49-F238E27FC236}">
                <a16:creationId xmlns:a16="http://schemas.microsoft.com/office/drawing/2014/main" id="{A3462211-E1BA-E90A-00F8-E717C7293E42}"/>
              </a:ext>
            </a:extLst>
          </p:cNvPr>
          <p:cNvSpPr/>
          <p:nvPr userDrawn="1"/>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595578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ido con imagen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6309821" cy="731520"/>
          </a:xfrm>
          <a:prstGeom prst="rect">
            <a:avLst/>
          </a:prstGeom>
        </p:spPr>
        <p:txBody>
          <a:bodyPr rtlCol="0" anchor="t"/>
          <a:lstStyle>
            <a:lvl1pPr>
              <a:defRPr cap="all" baseline="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6309695" cy="4058432"/>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10" name="Marcador de pie de página 9">
            <a:extLst>
              <a:ext uri="{FF2B5EF4-FFF2-40B4-BE49-F238E27FC236}">
                <a16:creationId xmlns:a16="http://schemas.microsoft.com/office/drawing/2014/main" id="{4515DEC4-C967-ABFB-73CF-0A90335332A4}"/>
              </a:ext>
            </a:extLst>
          </p:cNvPr>
          <p:cNvSpPr>
            <a:spLocks noGrp="1"/>
          </p:cNvSpPr>
          <p:nvPr>
            <p:ph type="ftr" sz="quarter" idx="16"/>
          </p:nvPr>
        </p:nvSpPr>
        <p:spPr>
          <a:xfrm>
            <a:off x="533400" y="6477000"/>
            <a:ext cx="4809999"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9" name="Marcador de fecha 8">
            <a:extLst>
              <a:ext uri="{FF2B5EF4-FFF2-40B4-BE49-F238E27FC236}">
                <a16:creationId xmlns:a16="http://schemas.microsoft.com/office/drawing/2014/main" id="{81177663-FC76-DF36-EEB7-5BE4C6C82F3A}"/>
              </a:ext>
            </a:extLst>
          </p:cNvPr>
          <p:cNvSpPr>
            <a:spLocks noGrp="1"/>
          </p:cNvSpPr>
          <p:nvPr>
            <p:ph type="dt" sz="half" idx="15"/>
          </p:nvPr>
        </p:nvSpPr>
        <p:spPr>
          <a:xfrm>
            <a:off x="5343525" y="6492875"/>
            <a:ext cx="1033596" cy="381001"/>
          </a:xfrm>
          <a:prstGeom prst="rect">
            <a:avLst/>
          </a:prstGeom>
        </p:spPr>
        <p:txBody>
          <a:bodyPr rtlCol="0"/>
          <a:lstStyle>
            <a:lvl1pPr>
              <a:defRPr>
                <a:solidFill>
                  <a:schemeClr val="tx2"/>
                </a:solidFill>
              </a:defRPr>
            </a:lvl1pPr>
          </a:lstStyle>
          <a:p>
            <a:pPr rtl="0"/>
            <a:r>
              <a:rPr lang="en-US"/>
              <a:t>17/9/2025</a:t>
            </a:r>
          </a:p>
        </p:txBody>
      </p:sp>
      <p:sp>
        <p:nvSpPr>
          <p:cNvPr id="12" name="Marcador de número de diapositiva 11">
            <a:extLst>
              <a:ext uri="{FF2B5EF4-FFF2-40B4-BE49-F238E27FC236}">
                <a16:creationId xmlns:a16="http://schemas.microsoft.com/office/drawing/2014/main" id="{A5A5085F-BE80-B110-AA1F-9DD0919E27D7}"/>
              </a:ext>
            </a:extLst>
          </p:cNvPr>
          <p:cNvSpPr>
            <a:spLocks noGrp="1"/>
          </p:cNvSpPr>
          <p:nvPr>
            <p:ph type="sldNum" sz="quarter" idx="17"/>
          </p:nvPr>
        </p:nvSpPr>
        <p:spPr>
          <a:xfrm>
            <a:off x="6413888" y="6476999"/>
            <a:ext cx="429207"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 name="Marcador de posición de imagen 2">
            <a:extLst>
              <a:ext uri="{FF2B5EF4-FFF2-40B4-BE49-F238E27FC236}">
                <a16:creationId xmlns:a16="http://schemas.microsoft.com/office/drawing/2014/main" id="{F5064846-7F19-1A60-FFA5-393438EE39E9}"/>
              </a:ext>
            </a:extLst>
          </p:cNvPr>
          <p:cNvSpPr>
            <a:spLocks noGrp="1"/>
          </p:cNvSpPr>
          <p:nvPr>
            <p:ph type="pic" sz="quarter" idx="13" hasCustomPrompt="1"/>
          </p:nvPr>
        </p:nvSpPr>
        <p:spPr>
          <a:xfrm>
            <a:off x="7791446"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6" name="Rectángulo 5">
            <a:extLst>
              <a:ext uri="{FF2B5EF4-FFF2-40B4-BE49-F238E27FC236}">
                <a16:creationId xmlns:a16="http://schemas.microsoft.com/office/drawing/2014/main" id="{B87C63CE-38F9-6D67-7C23-42944811492E}"/>
              </a:ext>
            </a:extLst>
          </p:cNvPr>
          <p:cNvSpPr/>
          <p:nvPr userDrawn="1"/>
        </p:nvSpPr>
        <p:spPr>
          <a:xfrm>
            <a:off x="7789164"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Forma libre 6">
            <a:extLst>
              <a:ext uri="{FF2B5EF4-FFF2-40B4-BE49-F238E27FC236}">
                <a16:creationId xmlns:a16="http://schemas.microsoft.com/office/drawing/2014/main" id="{E209D7E2-AB21-4057-B204-85F36DA5484C}"/>
              </a:ext>
            </a:extLst>
          </p:cNvPr>
          <p:cNvSpPr/>
          <p:nvPr userDrawn="1"/>
        </p:nvSpPr>
        <p:spPr>
          <a:xfrm>
            <a:off x="645959"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8795097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ido con imagen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rtlCol="0" anchor="t"/>
          <a:lstStyle>
            <a:lvl1pPr>
              <a:defRPr cap="all" baseline="0"/>
            </a:lvl1pPr>
          </a:lstStyle>
          <a:p>
            <a:pPr rtl="0"/>
            <a:r>
              <a:rPr lang="es"/>
              <a:t>Haga clic para modificar el estilo de título del patrón</a:t>
            </a:r>
          </a:p>
        </p:txBody>
      </p:sp>
      <p:sp>
        <p:nvSpPr>
          <p:cNvPr id="38" name="Marcador de posición de imagen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pie de página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3" name="Marcador de fecha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rtlCol="0"/>
          <a:lstStyle>
            <a:lvl1pPr>
              <a:defRPr>
                <a:solidFill>
                  <a:schemeClr val="tx2"/>
                </a:solidFill>
              </a:defRPr>
            </a:lvl1pPr>
          </a:lstStyle>
          <a:p>
            <a:pPr rtl="0"/>
            <a:r>
              <a:rPr lang="en-US"/>
              <a:t>17/9/2025</a:t>
            </a:r>
          </a:p>
        </p:txBody>
      </p:sp>
      <p:sp>
        <p:nvSpPr>
          <p:cNvPr id="9" name="Marcador de número de diapositiva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5" name="Forma libre 4">
            <a:extLst>
              <a:ext uri="{FF2B5EF4-FFF2-40B4-BE49-F238E27FC236}">
                <a16:creationId xmlns:a16="http://schemas.microsoft.com/office/drawing/2014/main" id="{ECF4FA5C-D406-8202-9143-DAEA62C5C872}"/>
              </a:ext>
            </a:extLst>
          </p:cNvPr>
          <p:cNvSpPr/>
          <p:nvPr userDrawn="1"/>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6" name="Forma libre 5">
            <a:extLst>
              <a:ext uri="{FF2B5EF4-FFF2-40B4-BE49-F238E27FC236}">
                <a16:creationId xmlns:a16="http://schemas.microsoft.com/office/drawing/2014/main" id="{082645EB-0315-BBF0-B28C-6A31158DE8D1}"/>
              </a:ext>
            </a:extLst>
          </p:cNvPr>
          <p:cNvSpPr/>
          <p:nvPr userDrawn="1"/>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9178713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ido con imagen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rtlCol="0" anchor="t"/>
          <a:lstStyle>
            <a:lvl1pPr>
              <a:defRPr cap="all" baseline="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rtlCol="0"/>
          <a:lstStyle>
            <a:lvl1pPr>
              <a:defRPr>
                <a:solidFill>
                  <a:schemeClr val="tx2"/>
                </a:solidFill>
              </a:defRPr>
            </a:lvl1pPr>
          </a:lstStyle>
          <a:p>
            <a:pPr rtl="0"/>
            <a:r>
              <a:rPr lang="en-US"/>
              <a:t>17/9/2025</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6" name="Marcador de posición de imagen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3" name="Forma libre 2">
            <a:extLst>
              <a:ext uri="{FF2B5EF4-FFF2-40B4-BE49-F238E27FC236}">
                <a16:creationId xmlns:a16="http://schemas.microsoft.com/office/drawing/2014/main" id="{E19B021D-A5A3-D515-C491-988160E0708C}"/>
              </a:ext>
            </a:extLst>
          </p:cNvPr>
          <p:cNvSpPr/>
          <p:nvPr userDrawn="1"/>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5" name="Forma libre 4">
            <a:extLst>
              <a:ext uri="{FF2B5EF4-FFF2-40B4-BE49-F238E27FC236}">
                <a16:creationId xmlns:a16="http://schemas.microsoft.com/office/drawing/2014/main" id="{F6879252-7B61-583A-CF4D-92BF27416ADC}"/>
              </a:ext>
            </a:extLst>
          </p:cNvPr>
          <p:cNvSpPr/>
          <p:nvPr userDrawn="1"/>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9517486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ido con imagen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229478" y="1016955"/>
            <a:ext cx="4429122" cy="1328932"/>
          </a:xfrm>
          <a:prstGeom prst="rect">
            <a:avLst/>
          </a:prstGeom>
        </p:spPr>
        <p:txBody>
          <a:bodyPr rtlCol="0" anchor="b">
            <a:normAutofit/>
          </a:bodyPr>
          <a:lstStyle>
            <a:lvl1pPr>
              <a:defRPr sz="3600" cap="all" baseline="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6383"/>
            <a:ext cx="6492240"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7FF0220E-48F8-B4D9-19DE-7B457C3C221C}"/>
              </a:ext>
            </a:extLst>
          </p:cNvPr>
          <p:cNvSpPr>
            <a:spLocks noGrp="1"/>
          </p:cNvSpPr>
          <p:nvPr>
            <p:ph sz="quarter" idx="14"/>
          </p:nvPr>
        </p:nvSpPr>
        <p:spPr>
          <a:xfrm>
            <a:off x="7229478" y="2495233"/>
            <a:ext cx="4429121" cy="3727767"/>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7229479" y="6477000"/>
            <a:ext cx="2828920"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0058404" y="6477000"/>
            <a:ext cx="942976" cy="381000"/>
          </a:xfrm>
          <a:prstGeom prst="rect">
            <a:avLst/>
          </a:prstGeom>
        </p:spPr>
        <p:txBody>
          <a:bodyPr rtlCol="0"/>
          <a:lstStyle>
            <a:lvl1pPr>
              <a:defRPr>
                <a:solidFill>
                  <a:schemeClr val="tx2"/>
                </a:solidFill>
                <a:effectLst/>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6477000"/>
            <a:ext cx="657221" cy="38100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63" name="Forma libre 62">
            <a:extLst>
              <a:ext uri="{FF2B5EF4-FFF2-40B4-BE49-F238E27FC236}">
                <a16:creationId xmlns:a16="http://schemas.microsoft.com/office/drawing/2014/main" id="{7A28C34C-6E29-8131-3040-4DAF8132CA12}"/>
              </a:ext>
            </a:extLst>
          </p:cNvPr>
          <p:cNvSpPr/>
          <p:nvPr/>
        </p:nvSpPr>
        <p:spPr>
          <a:xfrm>
            <a:off x="6487084"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454887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ido con imagen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rtlCol="0" anchor="t">
            <a:noAutofit/>
          </a:bodyPr>
          <a:lstStyle>
            <a:lvl1pPr>
              <a:defRPr sz="3600" cap="all" baseline="0">
                <a:solidFill>
                  <a:schemeClr val="tx2"/>
                </a:solidFill>
              </a:defRPr>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rtlCol="0"/>
          <a:lstStyle>
            <a:lvl1pPr>
              <a:defRPr>
                <a:solidFill>
                  <a:schemeClr val="tx2"/>
                </a:solidFill>
                <a:effectLst/>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rtlCol="0"/>
          <a:lstStyle>
            <a:lvl1pPr>
              <a:defRPr>
                <a:solidFill>
                  <a:schemeClr val="tx2"/>
                </a:solidFill>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rtlCol="0"/>
          <a:lstStyle>
            <a:lvl1pPr>
              <a:defRPr>
                <a:solidFill>
                  <a:schemeClr val="tx2"/>
                </a:solidFill>
                <a:effectLst/>
              </a:defRPr>
            </a:lvl1pPr>
          </a:lstStyle>
          <a:p>
            <a:pPr rtl="0"/>
            <a:fld id="{AEAA3239-9EA4-4A65-A281-97F994456D9F}" type="slidenum">
              <a:rPr lang="en-US" smtClean="0"/>
              <a:pPr rtl="0"/>
              <a:t>‹Nº›</a:t>
            </a:fld>
            <a:endParaRPr lang="en-US"/>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3" name="Forma libre 2">
            <a:extLst>
              <a:ext uri="{FF2B5EF4-FFF2-40B4-BE49-F238E27FC236}">
                <a16:creationId xmlns:a16="http://schemas.microsoft.com/office/drawing/2014/main" id="{103B3571-8BEB-7B5F-5141-60BE7E4F2B98}"/>
              </a:ext>
            </a:extLst>
          </p:cNvPr>
          <p:cNvSpPr/>
          <p:nvPr userDrawn="1"/>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30441932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ido con imagen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212662" y="1016955"/>
            <a:ext cx="3445937" cy="1328932"/>
          </a:xfrm>
          <a:prstGeom prst="rect">
            <a:avLst/>
          </a:prstGeom>
        </p:spPr>
        <p:txBody>
          <a:bodyPr rtlCol="0" anchor="t">
            <a:normAutofit/>
          </a:bodyPr>
          <a:lstStyle>
            <a:lvl1pPr>
              <a:defRPr sz="3600" cap="all" baseline="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5" name="Marcador de contenido 7">
            <a:extLst>
              <a:ext uri="{FF2B5EF4-FFF2-40B4-BE49-F238E27FC236}">
                <a16:creationId xmlns:a16="http://schemas.microsoft.com/office/drawing/2014/main" id="{8851C855-D5E5-B064-989B-863B11B75D0B}"/>
              </a:ext>
            </a:extLst>
          </p:cNvPr>
          <p:cNvSpPr>
            <a:spLocks noGrp="1"/>
          </p:cNvSpPr>
          <p:nvPr>
            <p:ph sz="quarter" idx="18"/>
          </p:nvPr>
        </p:nvSpPr>
        <p:spPr>
          <a:xfrm>
            <a:off x="8212663" y="2495232"/>
            <a:ext cx="3445936" cy="3727767"/>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9" name="Marcador de pie de página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477000"/>
            <a:ext cx="2012061"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477000"/>
            <a:ext cx="922372" cy="381000"/>
          </a:xfrm>
          <a:prstGeom prst="rect">
            <a:avLst/>
          </a:prstGeom>
        </p:spPr>
        <p:txBody>
          <a:bodyPr rtlCol="0"/>
          <a:lstStyle>
            <a:lvl1pPr>
              <a:defRPr>
                <a:solidFill>
                  <a:schemeClr val="tx2"/>
                </a:solidFill>
              </a:defRPr>
            </a:lvl1pPr>
          </a:lstStyle>
          <a:p>
            <a:pPr rtl="0"/>
            <a:r>
              <a:rPr lang="en-US"/>
              <a:t>17/9/2025</a:t>
            </a:r>
          </a:p>
        </p:txBody>
      </p:sp>
      <p:sp>
        <p:nvSpPr>
          <p:cNvPr id="10" name="Marcador de número de diapositiva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477000"/>
            <a:ext cx="511504" cy="38100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6" name="Forma libre 5">
            <a:extLst>
              <a:ext uri="{FF2B5EF4-FFF2-40B4-BE49-F238E27FC236}">
                <a16:creationId xmlns:a16="http://schemas.microsoft.com/office/drawing/2014/main" id="{7B50E9EA-081E-416A-00DA-0B2838C4BC29}"/>
              </a:ext>
            </a:extLst>
          </p:cNvPr>
          <p:cNvSpPr/>
          <p:nvPr/>
        </p:nvSpPr>
        <p:spPr>
          <a:xfrm>
            <a:off x="7584144" y="570989"/>
            <a:ext cx="4074456" cy="64011"/>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8243589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ido con imagen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rtlCol="0" anchor="t">
            <a:normAutofit/>
          </a:bodyPr>
          <a:lstStyle>
            <a:lvl1pPr>
              <a:defRPr sz="3600" cap="all" baseline="0">
                <a:solidFill>
                  <a:schemeClr val="tx2"/>
                </a:solidFill>
              </a:defRPr>
            </a:lvl1pPr>
          </a:lstStyle>
          <a:p>
            <a:pPr rtl="0"/>
            <a:r>
              <a:rPr lang="es"/>
              <a:t>Haga clic para modificar el estilo de título del patrón</a:t>
            </a:r>
          </a:p>
        </p:txBody>
      </p:sp>
      <p:sp>
        <p:nvSpPr>
          <p:cNvPr id="6" name="Marcador de contenido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9" name="Marcador de pie de página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rtlCol="0"/>
          <a:lstStyle>
            <a:lvl1pPr>
              <a:defRPr>
                <a:solidFill>
                  <a:schemeClr val="tx2"/>
                </a:solidFill>
              </a:defRPr>
            </a:lvl1pPr>
          </a:lstStyle>
          <a:p>
            <a:pPr rtl="0"/>
            <a:r>
              <a:rPr lang="en-US"/>
              <a:t>17/9/2025</a:t>
            </a:r>
          </a:p>
        </p:txBody>
      </p:sp>
      <p:sp>
        <p:nvSpPr>
          <p:cNvPr id="10" name="Marcador de número de diapositiva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7" name="Marcador de posición de imagen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3" name="Forma libre 2">
            <a:extLst>
              <a:ext uri="{FF2B5EF4-FFF2-40B4-BE49-F238E27FC236}">
                <a16:creationId xmlns:a16="http://schemas.microsoft.com/office/drawing/2014/main" id="{8DC2254B-5D42-9D5B-16C8-9FAF562F458A}"/>
              </a:ext>
            </a:extLst>
          </p:cNvPr>
          <p:cNvSpPr/>
          <p:nvPr userDrawn="1"/>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2710122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ido con imagen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rtlCol="0" anchor="t"/>
          <a:lstStyle>
            <a:lvl1pPr>
              <a:defRPr cap="all" baseline="0">
                <a:solidFill>
                  <a:schemeClr val="tx2"/>
                </a:solidFill>
              </a:defRPr>
            </a:lvl1pPr>
          </a:lstStyle>
          <a:p>
            <a:pPr rtl="0"/>
            <a:r>
              <a:rPr lang="es"/>
              <a:t>Haga clic para modificar el estilo de título del patrón</a:t>
            </a:r>
          </a:p>
        </p:txBody>
      </p:sp>
      <p:sp>
        <p:nvSpPr>
          <p:cNvPr id="10" name="Marcador de posición de imagen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rtlCol="0"/>
          <a:lstStyle>
            <a:lvl1pPr>
              <a:defRPr>
                <a:solidFill>
                  <a:schemeClr val="tx2"/>
                </a:solidFill>
                <a:effectLst/>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 name="Forma libre 2">
            <a:extLst>
              <a:ext uri="{FF2B5EF4-FFF2-40B4-BE49-F238E27FC236}">
                <a16:creationId xmlns:a16="http://schemas.microsoft.com/office/drawing/2014/main" id="{3AEE3D4D-61F7-E7A0-0EB4-DE705A2CAF60}"/>
              </a:ext>
            </a:extLst>
          </p:cNvPr>
          <p:cNvSpPr/>
          <p:nvPr userDrawn="1"/>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26464555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ido con imagen 10">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781551" cy="1858941"/>
          </a:xfrm>
          <a:prstGeom prst="rect">
            <a:avLst/>
          </a:prstGeom>
        </p:spPr>
        <p:txBody>
          <a:bodyPr rtlCol="0" anchor="t"/>
          <a:lstStyle>
            <a:lvl1pPr>
              <a:defRPr cap="all" baseline="0">
                <a:solidFill>
                  <a:schemeClr val="tx2"/>
                </a:solidFill>
              </a:defRPr>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534574" y="3011335"/>
            <a:ext cx="2775463" cy="26562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1486757"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2020157" y="6477000"/>
            <a:ext cx="793862" cy="381000"/>
          </a:xfrm>
          <a:prstGeom prst="rect">
            <a:avLst/>
          </a:prstGeom>
        </p:spPr>
        <p:txBody>
          <a:bodyPr rtlCol="0"/>
          <a:lstStyle>
            <a:lvl1pPr>
              <a:defRPr>
                <a:solidFill>
                  <a:schemeClr val="tx2"/>
                </a:solidFill>
                <a:effectLst/>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2819401" y="6477000"/>
            <a:ext cx="490636" cy="38100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6" name="Marcador de posición de imagen 9">
            <a:extLst>
              <a:ext uri="{FF2B5EF4-FFF2-40B4-BE49-F238E27FC236}">
                <a16:creationId xmlns:a16="http://schemas.microsoft.com/office/drawing/2014/main" id="{ED5D7D43-775B-F6E3-C000-80A73E78190A}"/>
              </a:ext>
            </a:extLst>
          </p:cNvPr>
          <p:cNvSpPr>
            <a:spLocks noGrp="1"/>
          </p:cNvSpPr>
          <p:nvPr>
            <p:ph type="pic" sz="quarter" idx="13" hasCustomPrompt="1"/>
          </p:nvPr>
        </p:nvSpPr>
        <p:spPr>
          <a:xfrm>
            <a:off x="3860295"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Autofit/>
          </a:bodyPr>
          <a:lstStyle>
            <a:lvl1pPr marL="0" indent="0">
              <a:buNone/>
              <a:defRPr/>
            </a:lvl1pPr>
          </a:lstStyle>
          <a:p>
            <a:pPr rtl="0"/>
            <a:r>
              <a:rPr lang="es"/>
              <a:t> </a:t>
            </a:r>
          </a:p>
        </p:txBody>
      </p:sp>
      <p:sp>
        <p:nvSpPr>
          <p:cNvPr id="37" name="Forma libre 36">
            <a:extLst>
              <a:ext uri="{FF2B5EF4-FFF2-40B4-BE49-F238E27FC236}">
                <a16:creationId xmlns:a16="http://schemas.microsoft.com/office/drawing/2014/main" id="{95BE6104-7C9B-2481-1421-76CDDAC8D30F}"/>
              </a:ext>
            </a:extLst>
          </p:cNvPr>
          <p:cNvSpPr/>
          <p:nvPr/>
        </p:nvSpPr>
        <p:spPr>
          <a:xfrm>
            <a:off x="615697" y="570345"/>
            <a:ext cx="3239216"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Tree>
    <p:extLst>
      <p:ext uri="{BB962C8B-B14F-4D97-AF65-F5344CB8AC3E}">
        <p14:creationId xmlns:p14="http://schemas.microsoft.com/office/powerpoint/2010/main" val="11910225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ido con imagen 1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4742811"/>
            <a:ext cx="3867144" cy="1734189"/>
          </a:xfrm>
          <a:prstGeom prst="rect">
            <a:avLst/>
          </a:prstGeom>
        </p:spPr>
        <p:txBody>
          <a:bodyPr rtlCol="0" anchor="t">
            <a:noAutofit/>
          </a:bodyPr>
          <a:lstStyle>
            <a:lvl1pPr>
              <a:defRPr sz="3600" cap="all" baseline="0">
                <a:solidFill>
                  <a:schemeClr val="tx2"/>
                </a:solidFill>
              </a:defRPr>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361811"/>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962527" y="4727571"/>
            <a:ext cx="6696073" cy="1749428"/>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29399172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ido con imagen 1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rtlCol="0" anchor="t">
            <a:normAutofit/>
          </a:bodyPr>
          <a:lstStyle>
            <a:lvl1pPr>
              <a:defRPr sz="3600" cap="all" baseline="0">
                <a:solidFill>
                  <a:schemeClr val="tx2"/>
                </a:solidFill>
              </a:defRPr>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es"/>
              <a:t> </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20328188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ido con imagen 1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924179" cy="1773540"/>
          </a:xfrm>
          <a:prstGeom prst="rect">
            <a:avLst/>
          </a:prstGeom>
        </p:spPr>
        <p:txBody>
          <a:bodyPr rtlCol="0" anchor="t">
            <a:normAutofit/>
          </a:bodyPr>
          <a:lstStyle>
            <a:lvl1pPr>
              <a:defRPr sz="3600" cap="all" baseline="0">
                <a:solidFill>
                  <a:schemeClr val="tx2"/>
                </a:solidFill>
              </a:defRPr>
            </a:lvl1pPr>
          </a:lstStyle>
          <a:p>
            <a:pPr rtl="0"/>
            <a:r>
              <a:rPr lang="es"/>
              <a:t>Haga clic para modificar el estilo de título del patrón</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0"/>
            <a:ext cx="9138609" cy="409729"/>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672014" y="0"/>
            <a:ext cx="1329365" cy="409729"/>
          </a:xfrm>
          <a:prstGeom prst="rect">
            <a:avLst/>
          </a:prstGeom>
        </p:spPr>
        <p:txBody>
          <a:bodyPr rtlCol="0"/>
          <a:lstStyle>
            <a:lvl1pPr>
              <a:defRPr>
                <a:solidFill>
                  <a:schemeClr val="tx2"/>
                </a:solidFill>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0"/>
            <a:ext cx="657221" cy="409729"/>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4019552" y="1001715"/>
            <a:ext cx="7639048" cy="2232334"/>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35" name="Marcador de posición de imagen 10">
            <a:extLst>
              <a:ext uri="{FF2B5EF4-FFF2-40B4-BE49-F238E27FC236}">
                <a16:creationId xmlns:a16="http://schemas.microsoft.com/office/drawing/2014/main" id="{4F7C1A4C-ACA8-3A17-4922-8A9094FFB30A}"/>
              </a:ext>
            </a:extLst>
          </p:cNvPr>
          <p:cNvSpPr>
            <a:spLocks noGrp="1"/>
          </p:cNvSpPr>
          <p:nvPr>
            <p:ph type="pic" sz="quarter" idx="13" hasCustomPrompt="1"/>
          </p:nvPr>
        </p:nvSpPr>
        <p:spPr>
          <a:xfrm>
            <a:off x="-1" y="3623947"/>
            <a:ext cx="12192000" cy="3234054"/>
          </a:xfrm>
          <a:prstGeom prst="rect">
            <a:avLst/>
          </a:prstGeom>
          <a:blipFill dpi="0" rotWithShape="1">
            <a:blip r:embed="rId2">
              <a:alphaModFix amt="60000"/>
            </a:blip>
            <a:srcRect/>
            <a:stretch>
              <a:fillRect/>
            </a:stretch>
          </a:blipFill>
        </p:spPr>
        <p:txBody>
          <a:bodyPr rtlCol="0"/>
          <a:lstStyle>
            <a:lvl1pPr marL="0" indent="0">
              <a:buNone/>
              <a:defRPr/>
            </a:lvl1pPr>
          </a:lstStyle>
          <a:p>
            <a:pPr rtl="0"/>
            <a:r>
              <a:rPr lang="es"/>
              <a:t> </a:t>
            </a:r>
          </a:p>
        </p:txBody>
      </p:sp>
    </p:spTree>
    <p:extLst>
      <p:ext uri="{BB962C8B-B14F-4D97-AF65-F5344CB8AC3E}">
        <p14:creationId xmlns:p14="http://schemas.microsoft.com/office/powerpoint/2010/main" val="5003071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ido con imagen 1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200" cy="731520"/>
          </a:xfrm>
          <a:prstGeom prst="rect">
            <a:avLst/>
          </a:prstGeom>
        </p:spPr>
        <p:txBody>
          <a:bodyPr rtlCol="0" anchor="t"/>
          <a:lstStyle>
            <a:lvl1pPr>
              <a:defRPr cap="all" baseline="0">
                <a:solidFill>
                  <a:schemeClr val="tx2"/>
                </a:solidFill>
              </a:defRPr>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533399" y="2145668"/>
            <a:ext cx="4810129" cy="4378006"/>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6999"/>
            <a:ext cx="3315941"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3854723" y="6476998"/>
            <a:ext cx="942979" cy="381002"/>
          </a:xfrm>
          <a:prstGeom prst="rect">
            <a:avLst/>
          </a:prstGeom>
        </p:spPr>
        <p:txBody>
          <a:bodyPr rtlCol="0"/>
          <a:lstStyle>
            <a:lvl1pPr>
              <a:defRPr>
                <a:solidFill>
                  <a:schemeClr val="tx2"/>
                </a:solidFill>
              </a:defRPr>
            </a:lvl1pPr>
          </a:lstStyle>
          <a:p>
            <a:pPr rtl="0"/>
            <a:r>
              <a:rPr lang="en-US"/>
              <a:t>17/9/2025</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4797698" y="6492239"/>
            <a:ext cx="551213"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12" name="Marcador de posición de imagen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00120" y="2129475"/>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es"/>
              <a:t> </a:t>
            </a:r>
          </a:p>
        </p:txBody>
      </p:sp>
      <p:sp>
        <p:nvSpPr>
          <p:cNvPr id="3" name="Rectángulo 2">
            <a:extLst>
              <a:ext uri="{FF2B5EF4-FFF2-40B4-BE49-F238E27FC236}">
                <a16:creationId xmlns:a16="http://schemas.microsoft.com/office/drawing/2014/main" id="{9F7D2DCB-EC64-46B8-8C3D-7FA6E5EABD76}"/>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56645136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ido con imagen 1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6" name="Rectángulo 35">
            <a:extLst>
              <a:ext uri="{FF2B5EF4-FFF2-40B4-BE49-F238E27FC236}">
                <a16:creationId xmlns:a16="http://schemas.microsoft.com/office/drawing/2014/main" id="{293EDC19-2576-AA88-E064-C7C747F16FC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0969753" cy="731519"/>
          </a:xfrm>
          <a:prstGeom prst="rect">
            <a:avLst/>
          </a:prstGeom>
        </p:spPr>
        <p:txBody>
          <a:bodyPr rtlCol="0" anchor="t"/>
          <a:lstStyle>
            <a:lvl1pPr>
              <a:defRPr cap="all" baseline="0">
                <a:solidFill>
                  <a:schemeClr val="tx2"/>
                </a:solidFill>
              </a:defRPr>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4810129" cy="4093525"/>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osición de imagen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00120" y="2129474"/>
            <a:ext cx="5758479" cy="409352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es"/>
              <a:t> </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7000"/>
            <a:ext cx="8582017" cy="38100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9110043" y="6477000"/>
            <a:ext cx="1891326" cy="381000"/>
          </a:xfrm>
          <a:prstGeom prst="rect">
            <a:avLst/>
          </a:prstGeom>
        </p:spPr>
        <p:txBody>
          <a:bodyPr rtlCol="0"/>
          <a:lstStyle>
            <a:lvl1pPr>
              <a:defRPr>
                <a:solidFill>
                  <a:schemeClr val="tx2"/>
                </a:solidFill>
              </a:defRPr>
            </a:lvl1pPr>
          </a:lstStyle>
          <a:p>
            <a:pPr rtl="0"/>
            <a:r>
              <a:rPr lang="en-US"/>
              <a:t>17/9/2025</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68" y="6492240"/>
            <a:ext cx="657231" cy="36576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30237199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ido con imagen 1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rtlCol="0" anchor="t"/>
          <a:lstStyle>
            <a:lvl1pPr>
              <a:defRPr cap="all" baseline="0">
                <a:solidFill>
                  <a:schemeClr val="tx2"/>
                </a:solidFill>
              </a:defRPr>
            </a:lvl1pPr>
          </a:lstStyle>
          <a:p>
            <a:pPr rtl="0"/>
            <a:r>
              <a:rPr lang="es"/>
              <a:t>Haga clic para modificar el estilo de título del patrón</a:t>
            </a:r>
          </a:p>
        </p:txBody>
      </p:sp>
      <p:sp>
        <p:nvSpPr>
          <p:cNvPr id="36" name="Marcador de posición de imagen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rtl="0"/>
            <a:r>
              <a:rPr lang="es"/>
              <a:t> </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rtlCol="0"/>
          <a:lstStyle>
            <a:lvl1pPr>
              <a:defRPr>
                <a:solidFill>
                  <a:schemeClr val="tx2"/>
                </a:solidFill>
              </a:defRPr>
            </a:lvl1pPr>
          </a:lstStyle>
          <a:p>
            <a:pPr rtl="0"/>
            <a:r>
              <a:rPr lang="en-US"/>
              <a:t>17/9/2025</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 name="Rectángulo 2">
            <a:extLst>
              <a:ext uri="{FF2B5EF4-FFF2-40B4-BE49-F238E27FC236}">
                <a16:creationId xmlns:a16="http://schemas.microsoft.com/office/drawing/2014/main" id="{54335081-FA52-F16F-A616-E20DA766DB57}"/>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42562426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ido con imagen 1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4810129" cy="1269482"/>
          </a:xfrm>
          <a:prstGeom prst="rect">
            <a:avLst/>
          </a:prstGeom>
        </p:spPr>
        <p:txBody>
          <a:bodyPr rtlCol="0" anchor="t">
            <a:noAutofit/>
          </a:bodyPr>
          <a:lstStyle>
            <a:lvl1pPr>
              <a:defRPr sz="3600" cap="all" baseline="0">
                <a:solidFill>
                  <a:schemeClr val="tx2"/>
                </a:solidFill>
              </a:defRPr>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4"/>
            <a:ext cx="4709498" cy="3727766"/>
          </a:xfrm>
          <a:prstGeom prst="rect">
            <a:avLst/>
          </a:prstGeom>
          <a:blipFill dpi="0" rotWithShape="1">
            <a:blip r:embed="rId2">
              <a:alphaModFix amt="60000"/>
            </a:blip>
            <a:srcRect/>
            <a:stretch>
              <a:fillRect/>
            </a:stretch>
          </a:blipFill>
        </p:spPr>
        <p:txBody>
          <a:bodyPr rtlCol="0"/>
          <a:lstStyle>
            <a:lvl1pPr marL="0" indent="0">
              <a:buFont typeface="Arial" panose="020B0604020202020204" pitchFamily="34" charset="0"/>
              <a:buNone/>
              <a:defRPr/>
            </a:lvl1pPr>
          </a:lstStyle>
          <a:p>
            <a:pPr rtl="0"/>
            <a:r>
              <a:rPr lang="es"/>
              <a:t> </a:t>
            </a:r>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5905562" y="1010614"/>
            <a:ext cx="5753037" cy="5212386"/>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6999"/>
            <a:ext cx="8576637"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507480"/>
            <a:ext cx="1891338" cy="365760"/>
          </a:xfrm>
          <a:prstGeom prst="rect">
            <a:avLst/>
          </a:prstGeom>
        </p:spPr>
        <p:txBody>
          <a:bodyPr rtlCol="0"/>
          <a:lstStyle>
            <a:lvl1pPr>
              <a:defRPr>
                <a:solidFill>
                  <a:schemeClr val="tx2"/>
                </a:solidFill>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76999"/>
            <a:ext cx="662624"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 name="Rectángulo 2">
            <a:extLst>
              <a:ext uri="{FF2B5EF4-FFF2-40B4-BE49-F238E27FC236}">
                <a16:creationId xmlns:a16="http://schemas.microsoft.com/office/drawing/2014/main" id="{DD765160-0AD1-7CB4-8350-CBCBF4F7DE6D}"/>
              </a:ext>
            </a:extLst>
          </p:cNvPr>
          <p:cNvSpPr/>
          <p:nvPr userDrawn="1"/>
        </p:nvSpPr>
        <p:spPr>
          <a:xfrm>
            <a:off x="634030" y="565606"/>
            <a:ext cx="470949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ángulo 3">
            <a:extLst>
              <a:ext uri="{FF2B5EF4-FFF2-40B4-BE49-F238E27FC236}">
                <a16:creationId xmlns:a16="http://schemas.microsoft.com/office/drawing/2014/main" id="{6B0551DE-1F1F-2C48-CB34-005587707E99}"/>
              </a:ext>
            </a:extLst>
          </p:cNvPr>
          <p:cNvSpPr/>
          <p:nvPr userDrawn="1"/>
        </p:nvSpPr>
        <p:spPr>
          <a:xfrm>
            <a:off x="5345730" y="565605"/>
            <a:ext cx="68462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3393564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ido con imagen 1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rtlCol="0" anchor="t">
            <a:noAutofit/>
          </a:bodyPr>
          <a:lstStyle>
            <a:lvl1pPr>
              <a:defRPr sz="3600" cap="all" baseline="0">
                <a:solidFill>
                  <a:schemeClr val="tx2"/>
                </a:solidFill>
              </a:defRPr>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rtlCol="0"/>
          <a:lstStyle>
            <a:lvl1pPr marL="0" indent="0">
              <a:buFont typeface="Arial" panose="020B0604020202020204" pitchFamily="34" charset="0"/>
              <a:buNone/>
              <a:defRPr/>
            </a:lvl1pPr>
          </a:lstStyle>
          <a:p>
            <a:pPr rtl="0"/>
            <a:r>
              <a:rPr lang="es"/>
              <a:t> </a:t>
            </a:r>
          </a:p>
        </p:txBody>
      </p:sp>
      <p:sp>
        <p:nvSpPr>
          <p:cNvPr id="8" name="Marcador de contenido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rtlCol="0"/>
          <a:lstStyle>
            <a:lvl1pPr>
              <a:defRPr>
                <a:solidFill>
                  <a:schemeClr val="tx2"/>
                </a:solidFill>
              </a:defRPr>
            </a:lvl1pPr>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 name="Rectángulo 2">
            <a:extLst>
              <a:ext uri="{FF2B5EF4-FFF2-40B4-BE49-F238E27FC236}">
                <a16:creationId xmlns:a16="http://schemas.microsoft.com/office/drawing/2014/main" id="{05CA24FE-7F15-0A35-2050-28F4CE33B91F}"/>
              </a:ext>
            </a:extLst>
          </p:cNvPr>
          <p:cNvSpPr/>
          <p:nvPr userDrawn="1"/>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ángulo 3">
            <a:extLst>
              <a:ext uri="{FF2B5EF4-FFF2-40B4-BE49-F238E27FC236}">
                <a16:creationId xmlns:a16="http://schemas.microsoft.com/office/drawing/2014/main" id="{CC9E0A62-7502-AFE4-4860-6DE00EB6D1D5}"/>
              </a:ext>
            </a:extLst>
          </p:cNvPr>
          <p:cNvSpPr/>
          <p:nvPr userDrawn="1"/>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6084724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úmero grande">
    <p:bg>
      <p:bgPr>
        <a:solidFill>
          <a:schemeClr val="tx2"/>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rtlCol="0" anchor="b">
            <a:normAutofit/>
          </a:bodyPr>
          <a:lstStyle>
            <a:lvl1pPr>
              <a:defRPr sz="2000" b="1">
                <a:solidFill>
                  <a:schemeClr val="bg1"/>
                </a:solidFill>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rtlCol="0">
            <a:normAutofit/>
          </a:bodyPr>
          <a:lstStyle>
            <a:lvl1pPr marL="0" indent="0">
              <a:buNone/>
              <a:defRPr sz="30000" b="0">
                <a:solidFill>
                  <a:schemeClr val="bg1"/>
                </a:solidFill>
              </a:defRPr>
            </a:lvl1pPr>
          </a:lstStyle>
          <a:p>
            <a:pPr lvl="0" rtl="0"/>
            <a:r>
              <a:rPr lang="es"/>
              <a:t>##%</a:t>
            </a:r>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rtlCol="0"/>
          <a:lstStyle>
            <a:lvl1pPr>
              <a:defRPr>
                <a:solidFill>
                  <a:schemeClr val="bg1"/>
                </a:solidFill>
              </a:defRPr>
            </a:lvl1pPr>
          </a:lstStyle>
          <a:p>
            <a:pPr rtl="0"/>
            <a:r>
              <a:rPr lang="es"/>
              <a:t>Título de la presentación</a:t>
            </a:r>
            <a:endParaRPr lang="en-US"/>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rtlCol="0"/>
          <a:lstStyle>
            <a:lvl1pPr>
              <a:defRPr>
                <a:solidFill>
                  <a:schemeClr val="bg1"/>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36" name="Rectángulo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ctángulo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509750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úmero grand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7598420F-9109-D819-4B18-8ABF253545AF}"/>
              </a:ext>
            </a:extLst>
          </p:cNvPr>
          <p:cNvSpPr>
            <a:spLocks noGrp="1"/>
          </p:cNvSpPr>
          <p:nvPr>
            <p:ph type="title"/>
          </p:nvPr>
        </p:nvSpPr>
        <p:spPr>
          <a:xfrm>
            <a:off x="3462961" y="5109526"/>
            <a:ext cx="8195638" cy="744634"/>
          </a:xfrm>
        </p:spPr>
        <p:txBody>
          <a:bodyPr rtlCol="0" anchor="b">
            <a:normAutofit/>
          </a:bodyPr>
          <a:lstStyle>
            <a:lvl1pPr>
              <a:defRPr sz="2000" b="1"/>
            </a:lvl1pPr>
          </a:lstStyle>
          <a:p>
            <a:pPr rtl="0"/>
            <a:r>
              <a:rPr lang="es"/>
              <a:t>Haga clic para modificar el estilo de título del patrón</a:t>
            </a:r>
          </a:p>
        </p:txBody>
      </p:sp>
      <p:sp>
        <p:nvSpPr>
          <p:cNvPr id="11" name="Marcador de contenido 10">
            <a:extLst>
              <a:ext uri="{FF2B5EF4-FFF2-40B4-BE49-F238E27FC236}">
                <a16:creationId xmlns:a16="http://schemas.microsoft.com/office/drawing/2014/main" id="{1BEF40F6-4B37-BBD3-E0AD-279A48AF21F3}"/>
              </a:ext>
            </a:extLst>
          </p:cNvPr>
          <p:cNvSpPr>
            <a:spLocks noGrp="1"/>
          </p:cNvSpPr>
          <p:nvPr>
            <p:ph sz="quarter" idx="14" hasCustomPrompt="1"/>
          </p:nvPr>
        </p:nvSpPr>
        <p:spPr>
          <a:xfrm>
            <a:off x="1576388" y="533400"/>
            <a:ext cx="10082212" cy="4535488"/>
          </a:xfrm>
        </p:spPr>
        <p:txBody>
          <a:bodyPr rtlCol="0" anchor="b">
            <a:noAutofit/>
          </a:bodyPr>
          <a:lstStyle>
            <a:lvl1pPr marL="0" indent="0">
              <a:buNone/>
              <a:defRPr sz="30000"/>
            </a:lvl1pPr>
          </a:lstStyle>
          <a:p>
            <a:pPr lvl="0" rtl="0"/>
            <a:r>
              <a:rPr lang="es"/>
              <a:t>##%</a:t>
            </a:r>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9" name="Rectángulo 8">
            <a:extLst>
              <a:ext uri="{FF2B5EF4-FFF2-40B4-BE49-F238E27FC236}">
                <a16:creationId xmlns:a16="http://schemas.microsoft.com/office/drawing/2014/main" id="{E839B9B1-5BEF-4F31-6B44-3CB4CD58885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27548359-EFF8-1F42-7DB6-7D93AD66C2F5}"/>
              </a:ext>
            </a:extLst>
          </p:cNvPr>
          <p:cNvSpPr/>
          <p:nvPr/>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1388519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úmero grand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3F766B52-229C-C000-F364-4B90D3B58207}"/>
              </a:ext>
            </a:extLst>
          </p:cNvPr>
          <p:cNvSpPr>
            <a:spLocks noGrp="1"/>
          </p:cNvSpPr>
          <p:nvPr>
            <p:ph type="title"/>
          </p:nvPr>
        </p:nvSpPr>
        <p:spPr>
          <a:xfrm>
            <a:off x="533399" y="5503767"/>
            <a:ext cx="8197616" cy="744633"/>
          </a:xfrm>
        </p:spPr>
        <p:txBody>
          <a:bodyPr rtlCol="0" anchor="b">
            <a:normAutofit/>
          </a:bodyPr>
          <a:lstStyle>
            <a:lvl1pPr>
              <a:defRPr sz="2000" b="1"/>
            </a:lvl1pPr>
          </a:lstStyle>
          <a:p>
            <a:pPr rtl="0"/>
            <a:r>
              <a:rPr lang="es"/>
              <a:t>Haga clic para modificar el estilo de título del patrón</a:t>
            </a:r>
          </a:p>
        </p:txBody>
      </p:sp>
      <p:sp>
        <p:nvSpPr>
          <p:cNvPr id="9" name="Marcador de contenido 8">
            <a:extLst>
              <a:ext uri="{FF2B5EF4-FFF2-40B4-BE49-F238E27FC236}">
                <a16:creationId xmlns:a16="http://schemas.microsoft.com/office/drawing/2014/main" id="{339F166E-4119-CF5D-6537-03CAC7026DAD}"/>
              </a:ext>
            </a:extLst>
          </p:cNvPr>
          <p:cNvSpPr>
            <a:spLocks noGrp="1"/>
          </p:cNvSpPr>
          <p:nvPr>
            <p:ph sz="quarter" idx="14" hasCustomPrompt="1"/>
          </p:nvPr>
        </p:nvSpPr>
        <p:spPr>
          <a:xfrm>
            <a:off x="533400" y="533400"/>
            <a:ext cx="8197850" cy="4535488"/>
          </a:xfrm>
        </p:spPr>
        <p:txBody>
          <a:bodyPr rtlCol="0">
            <a:normAutofit/>
          </a:bodyPr>
          <a:lstStyle>
            <a:lvl1pPr marL="0" indent="0">
              <a:buNone/>
              <a:defRPr sz="25000"/>
            </a:lvl1pPr>
          </a:lstStyle>
          <a:p>
            <a:pPr lvl="0" rtl="0"/>
            <a:r>
              <a:rPr lang="es"/>
              <a:t>##%</a:t>
            </a:r>
          </a:p>
        </p:txBody>
      </p:sp>
      <p:sp>
        <p:nvSpPr>
          <p:cNvPr id="4" name="Marcador de pie de página 3">
            <a:extLst>
              <a:ext uri="{FF2B5EF4-FFF2-40B4-BE49-F238E27FC236}">
                <a16:creationId xmlns:a16="http://schemas.microsoft.com/office/drawing/2014/main" id="{C394E47C-0C77-0005-1755-14F7739DF22E}"/>
              </a:ext>
            </a:extLst>
          </p:cNvPr>
          <p:cNvSpPr>
            <a:spLocks noGrp="1"/>
          </p:cNvSpPr>
          <p:nvPr>
            <p:ph type="ftr" sz="quarter" idx="11"/>
          </p:nvPr>
        </p:nvSpPr>
        <p:spPr>
          <a:xfrm>
            <a:off x="533400" y="6477000"/>
            <a:ext cx="5747706" cy="381001"/>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3" name="Marcador de fecha 2">
            <a:extLst>
              <a:ext uri="{FF2B5EF4-FFF2-40B4-BE49-F238E27FC236}">
                <a16:creationId xmlns:a16="http://schemas.microsoft.com/office/drawing/2014/main" id="{4A591E5F-EDEF-7D02-30E6-B960B5E45903}"/>
              </a:ext>
            </a:extLst>
          </p:cNvPr>
          <p:cNvSpPr>
            <a:spLocks noGrp="1"/>
          </p:cNvSpPr>
          <p:nvPr>
            <p:ph type="dt" sz="half" idx="10"/>
          </p:nvPr>
        </p:nvSpPr>
        <p:spPr>
          <a:xfrm>
            <a:off x="6279139" y="6477000"/>
            <a:ext cx="1783858" cy="381000"/>
          </a:xfrm>
          <a:prstGeom prst="rect">
            <a:avLst/>
          </a:prstGeom>
        </p:spPr>
        <p:txBody>
          <a:bodyPr rtlCol="0"/>
          <a:lstStyle>
            <a:lvl1pPr>
              <a:defRPr>
                <a:solidFill>
                  <a:schemeClr val="tx2"/>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CA0528A9-0729-B0FB-328C-3C96994AAB3C}"/>
              </a:ext>
            </a:extLst>
          </p:cNvPr>
          <p:cNvSpPr>
            <a:spLocks noGrp="1"/>
          </p:cNvSpPr>
          <p:nvPr>
            <p:ph type="sldNum" sz="quarter" idx="12"/>
          </p:nvPr>
        </p:nvSpPr>
        <p:spPr>
          <a:xfrm>
            <a:off x="8068391"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2" name="Rectángulo 31">
            <a:extLst>
              <a:ext uri="{FF2B5EF4-FFF2-40B4-BE49-F238E27FC236}">
                <a16:creationId xmlns:a16="http://schemas.microsoft.com/office/drawing/2014/main" id="{9B44F338-C24A-72CF-A14A-4F2D72023D14}"/>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 name="Rectángulo 5">
            <a:extLst>
              <a:ext uri="{FF2B5EF4-FFF2-40B4-BE49-F238E27FC236}">
                <a16:creationId xmlns:a16="http://schemas.microsoft.com/office/drawing/2014/main" id="{60CA27EA-41C5-29B8-12D6-3E865A8BE203}"/>
              </a:ext>
            </a:extLst>
          </p:cNvPr>
          <p:cNvSpPr/>
          <p:nvPr userDrawn="1"/>
        </p:nvSpPr>
        <p:spPr>
          <a:xfrm>
            <a:off x="9110034" y="0"/>
            <a:ext cx="308196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ctángulo 7">
            <a:extLst>
              <a:ext uri="{FF2B5EF4-FFF2-40B4-BE49-F238E27FC236}">
                <a16:creationId xmlns:a16="http://schemas.microsoft.com/office/drawing/2014/main" id="{23853515-1714-73E5-D625-2A609526F7E8}"/>
              </a:ext>
            </a:extLst>
          </p:cNvPr>
          <p:cNvSpPr/>
          <p:nvPr userDrawn="1"/>
        </p:nvSpPr>
        <p:spPr>
          <a:xfrm>
            <a:off x="9110040" y="565606"/>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963154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Instrucció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bg1"/>
                </a:solidFill>
                <a:latin typeface="Arial" panose="020B0604020202020204" pitchFamily="34" charset="0"/>
                <a:cs typeface="Arial" panose="020B0604020202020204" pitchFamily="34" charset="0"/>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rtlCol="0"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rtlCol="0"/>
          <a:lstStyle>
            <a:lvl1pPr>
              <a:defRPr>
                <a:solidFill>
                  <a:schemeClr val="bg2"/>
                </a:solidFill>
              </a:defRPr>
            </a:lvl1pPr>
          </a:lstStyle>
          <a:p>
            <a:pPr rtl="0"/>
            <a:r>
              <a:rPr lang="es"/>
              <a:t>Título de la presentación</a:t>
            </a:r>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rtlCol="0"/>
          <a:lstStyle>
            <a:lvl1pPr>
              <a:defRPr>
                <a:solidFill>
                  <a:schemeClr val="bg2"/>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rtlCol="0"/>
          <a:lstStyle>
            <a:lvl1pPr>
              <a:defRPr>
                <a:solidFill>
                  <a:schemeClr val="bg2"/>
                </a:solidFill>
              </a:defRPr>
            </a:lvl1pPr>
          </a:lstStyle>
          <a:p>
            <a:pPr rtl="0"/>
            <a:fld id="{AEAA3239-9EA4-4A65-A281-97F994456D9F}" type="slidenum">
              <a:rPr lang="en-US" smtClean="0"/>
              <a:pPr rtl="0"/>
              <a:t>‹Nº›</a:t>
            </a:fld>
            <a:endParaRPr lang="en-US"/>
          </a:p>
        </p:txBody>
      </p:sp>
      <p:sp>
        <p:nvSpPr>
          <p:cNvPr id="6" name="Rectángulo 5">
            <a:extLst>
              <a:ext uri="{FF2B5EF4-FFF2-40B4-BE49-F238E27FC236}">
                <a16:creationId xmlns:a16="http://schemas.microsoft.com/office/drawing/2014/main" id="{F810F272-8DCB-3D9F-8EA6-FBDD6B7DFDA3}"/>
              </a:ext>
            </a:extLst>
          </p:cNvPr>
          <p:cNvSpPr/>
          <p:nvPr userDrawn="1"/>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Rectángulo 7">
            <a:extLst>
              <a:ext uri="{FF2B5EF4-FFF2-40B4-BE49-F238E27FC236}">
                <a16:creationId xmlns:a16="http://schemas.microsoft.com/office/drawing/2014/main" id="{F638ED97-EB88-D071-C45A-D0C32569D40D}"/>
              </a:ext>
            </a:extLst>
          </p:cNvPr>
          <p:cNvSpPr/>
          <p:nvPr userDrawn="1"/>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3595729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Instrucción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tx1"/>
                </a:solidFill>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3308"/>
            <a:ext cx="11125201" cy="5204612"/>
          </a:xfrm>
          <a:prstGeom prst="rect">
            <a:avLst/>
          </a:prstGeom>
        </p:spPr>
        <p:txBody>
          <a:bodyPr rtlCol="0" anchor="t">
            <a:normAutofit/>
          </a:bodyPr>
          <a:lstStyle>
            <a:lvl1pPr marL="0" indent="0">
              <a:lnSpc>
                <a:spcPct val="90000"/>
              </a:lnSpc>
              <a:spcBef>
                <a:spcPts val="0"/>
              </a:spcBef>
              <a:buNone/>
              <a:defRPr sz="7200" b="1">
                <a:solidFill>
                  <a:schemeClr val="tx2"/>
                </a:solidFill>
              </a:defRPr>
            </a:lvl1pPr>
            <a:lvl2pPr marL="228600" indent="0">
              <a:lnSpc>
                <a:spcPct val="90000"/>
              </a:lnSpc>
              <a:spcBef>
                <a:spcPts val="0"/>
              </a:spcBef>
              <a:buNone/>
              <a:defRPr sz="7200" b="1">
                <a:solidFill>
                  <a:schemeClr val="tx2"/>
                </a:solidFill>
              </a:defRPr>
            </a:lvl2pPr>
            <a:lvl3pPr marL="457200" indent="0">
              <a:lnSpc>
                <a:spcPct val="90000"/>
              </a:lnSpc>
              <a:spcBef>
                <a:spcPts val="0"/>
              </a:spcBef>
              <a:buNone/>
              <a:defRPr sz="7200" b="1">
                <a:solidFill>
                  <a:schemeClr val="tx2"/>
                </a:solidFill>
              </a:defRPr>
            </a:lvl3pPr>
            <a:lvl4pPr marL="685800" indent="0">
              <a:lnSpc>
                <a:spcPct val="90000"/>
              </a:lnSpc>
              <a:spcBef>
                <a:spcPts val="0"/>
              </a:spcBef>
              <a:buNone/>
              <a:defRPr sz="7200" b="1">
                <a:solidFill>
                  <a:schemeClr val="tx2"/>
                </a:solidFill>
              </a:defRPr>
            </a:lvl4pPr>
            <a:lvl5pPr marL="914400" indent="0">
              <a:lnSpc>
                <a:spcPct val="90000"/>
              </a:lnSpc>
              <a:spcBef>
                <a:spcPts val="0"/>
              </a:spcBef>
              <a:buNone/>
              <a:defRPr sz="7200" b="1">
                <a:solidFill>
                  <a:schemeClr val="tx2"/>
                </a:solidFill>
              </a:defRPr>
            </a:lvl5pPr>
          </a:lstStyle>
          <a:p>
            <a:pPr lvl="0" rtl="0"/>
            <a:r>
              <a:rPr lang="es"/>
              <a:t>Haga clic para agregar una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10" name="Marcador de pie de página 3">
            <a:extLst>
              <a:ext uri="{FF2B5EF4-FFF2-40B4-BE49-F238E27FC236}">
                <a16:creationId xmlns:a16="http://schemas.microsoft.com/office/drawing/2014/main" id="{8BF9C9D6-DA86-3C40-578D-A1E0A226D24A}"/>
              </a:ext>
            </a:extLst>
          </p:cNvPr>
          <p:cNvSpPr>
            <a:spLocks noGrp="1"/>
          </p:cNvSpPr>
          <p:nvPr>
            <p:ph type="ftr" sz="quarter" idx="11"/>
          </p:nvPr>
        </p:nvSpPr>
        <p:spPr>
          <a:xfrm>
            <a:off x="533399" y="6492241"/>
            <a:ext cx="8576637" cy="365760"/>
          </a:xfrm>
          <a:prstGeom prst="rect">
            <a:avLst/>
          </a:prstGeom>
        </p:spPr>
        <p:txBody>
          <a:bodyPr rtlCol="0"/>
          <a:lstStyle/>
          <a:p>
            <a:pPr rtl="0"/>
            <a:r>
              <a:rPr lang="es"/>
              <a:t>Título de la presentación</a:t>
            </a:r>
            <a:endParaRPr lang="en-US"/>
          </a:p>
        </p:txBody>
      </p:sp>
      <p:sp>
        <p:nvSpPr>
          <p:cNvPr id="9" name="Marcador de fecha 2">
            <a:extLst>
              <a:ext uri="{FF2B5EF4-FFF2-40B4-BE49-F238E27FC236}">
                <a16:creationId xmlns:a16="http://schemas.microsoft.com/office/drawing/2014/main" id="{EDDA72D8-8E1B-E9E1-BE77-CAA0A8C269FD}"/>
              </a:ext>
            </a:extLst>
          </p:cNvPr>
          <p:cNvSpPr>
            <a:spLocks noGrp="1"/>
          </p:cNvSpPr>
          <p:nvPr>
            <p:ph type="dt" sz="half" idx="10"/>
          </p:nvPr>
        </p:nvSpPr>
        <p:spPr>
          <a:xfrm>
            <a:off x="9110036" y="6492240"/>
            <a:ext cx="1891337" cy="365760"/>
          </a:xfrm>
          <a:prstGeom prst="rect">
            <a:avLst/>
          </a:prstGeom>
        </p:spPr>
        <p:txBody>
          <a:bodyPr rtlCol="0"/>
          <a:lstStyle/>
          <a:p>
            <a:pPr rtl="0"/>
            <a:r>
              <a:rPr lang="en-US"/>
              <a:t>17/9/2025</a:t>
            </a:r>
          </a:p>
        </p:txBody>
      </p:sp>
      <p:sp>
        <p:nvSpPr>
          <p:cNvPr id="11" name="Marcador de número de diapositiva 4">
            <a:extLst>
              <a:ext uri="{FF2B5EF4-FFF2-40B4-BE49-F238E27FC236}">
                <a16:creationId xmlns:a16="http://schemas.microsoft.com/office/drawing/2014/main" id="{6CD685AC-8C83-2966-C687-1A563ED4E20A}"/>
              </a:ext>
            </a:extLst>
          </p:cNvPr>
          <p:cNvSpPr>
            <a:spLocks noGrp="1"/>
          </p:cNvSpPr>
          <p:nvPr>
            <p:ph type="sldNum" sz="quarter" idx="12"/>
          </p:nvPr>
        </p:nvSpPr>
        <p:spPr>
          <a:xfrm>
            <a:off x="10995976" y="6492241"/>
            <a:ext cx="662623" cy="365760"/>
          </a:xfrm>
          <a:prstGeom prst="rect">
            <a:avLst/>
          </a:prstGeom>
        </p:spPr>
        <p:txBody>
          <a:bodyPr rtlCol="0"/>
          <a:lstStyle/>
          <a:p>
            <a:pPr rtl="0"/>
            <a:fld id="{AEAA3239-9EA4-4A65-A281-97F994456D9F}" type="slidenum">
              <a:rPr lang="en-US" smtClean="0"/>
              <a:t>‹Nº›</a:t>
            </a:fld>
            <a:endParaRPr lang="en-US"/>
          </a:p>
        </p:txBody>
      </p:sp>
      <p:sp>
        <p:nvSpPr>
          <p:cNvPr id="3" name="Rectángulo 2">
            <a:extLst>
              <a:ext uri="{FF2B5EF4-FFF2-40B4-BE49-F238E27FC236}">
                <a16:creationId xmlns:a16="http://schemas.microsoft.com/office/drawing/2014/main" id="{16013958-6C87-60CF-9219-2BB1A3A4CCA8}"/>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Rectángulo 3">
            <a:extLst>
              <a:ext uri="{FF2B5EF4-FFF2-40B4-BE49-F238E27FC236}">
                <a16:creationId xmlns:a16="http://schemas.microsoft.com/office/drawing/2014/main" id="{7F72B8EA-56EE-EDC6-509C-908732AAD241}"/>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4351917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Instrucción 3">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rtlCol="0"/>
          <a:lstStyle>
            <a:lvl1pPr>
              <a:defRPr>
                <a:solidFill>
                  <a:schemeClr val="tx1"/>
                </a:solidFill>
              </a:defRPr>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398" y="1016955"/>
            <a:ext cx="11125201" cy="4782312"/>
          </a:xfrm>
          <a:prstGeom prst="rect">
            <a:avLst/>
          </a:prstGeom>
        </p:spPr>
        <p:txBody>
          <a:bodyPr rtlCol="0" anchor="b">
            <a:noAutofit/>
          </a:bodyPr>
          <a:lstStyle>
            <a:lvl1pPr marL="0" indent="0">
              <a:lnSpc>
                <a:spcPct val="90000"/>
              </a:lnSpc>
              <a:spcBef>
                <a:spcPts val="0"/>
              </a:spcBef>
              <a:buNone/>
              <a:defRPr sz="7200" b="1">
                <a:solidFill>
                  <a:schemeClr val="bg1"/>
                </a:solidFill>
              </a:defRPr>
            </a:lvl1pPr>
            <a:lvl2pPr marL="228600" indent="0">
              <a:lnSpc>
                <a:spcPct val="90000"/>
              </a:lnSpc>
              <a:spcBef>
                <a:spcPts val="0"/>
              </a:spcBef>
              <a:buNone/>
              <a:defRPr sz="7200" b="1">
                <a:solidFill>
                  <a:schemeClr val="bg1"/>
                </a:solidFill>
              </a:defRPr>
            </a:lvl2pPr>
            <a:lvl3pPr marL="457200" indent="0">
              <a:lnSpc>
                <a:spcPct val="90000"/>
              </a:lnSpc>
              <a:spcBef>
                <a:spcPts val="0"/>
              </a:spcBef>
              <a:buNone/>
              <a:defRPr sz="7200" b="1">
                <a:solidFill>
                  <a:schemeClr val="bg1"/>
                </a:solidFill>
              </a:defRPr>
            </a:lvl3pPr>
            <a:lvl4pPr marL="685800" indent="0">
              <a:lnSpc>
                <a:spcPct val="90000"/>
              </a:lnSpc>
              <a:spcBef>
                <a:spcPts val="0"/>
              </a:spcBef>
              <a:buNone/>
              <a:defRPr sz="7200" b="1">
                <a:solidFill>
                  <a:schemeClr val="bg1"/>
                </a:solidFill>
              </a:defRPr>
            </a:lvl4pPr>
            <a:lvl5pPr marL="914400" indent="0">
              <a:lnSpc>
                <a:spcPct val="90000"/>
              </a:lnSpc>
              <a:spcBef>
                <a:spcPts val="0"/>
              </a:spcBef>
              <a:buNone/>
              <a:defRPr sz="7200" b="1">
                <a:solidFill>
                  <a:schemeClr val="bg1"/>
                </a:solidFill>
              </a:defRPr>
            </a:lvl5pPr>
          </a:lstStyle>
          <a:p>
            <a:pPr lvl="0" rtl="0"/>
            <a:r>
              <a:rPr lang="es"/>
              <a:t>Haga clic para agregar la instrucción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bg1"/>
                </a:solidFill>
              </a:defRPr>
            </a:lvl1pPr>
          </a:lstStyle>
          <a:p>
            <a:pPr rtl="0"/>
            <a:r>
              <a:rPr lang="es"/>
              <a:t>Título de la presentación</a:t>
            </a:r>
            <a:endParaRPr lang="en-US"/>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40"/>
            <a:ext cx="1878955" cy="365760"/>
          </a:xfrm>
          <a:prstGeom prst="rect">
            <a:avLst/>
          </a:prstGeom>
        </p:spPr>
        <p:txBody>
          <a:bodyPr rtlCol="0"/>
          <a:lstStyle>
            <a:lvl1pPr>
              <a:defRPr>
                <a:solidFill>
                  <a:schemeClr val="bg1"/>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88996" y="6492241"/>
            <a:ext cx="669603" cy="365760"/>
          </a:xfrm>
          <a:prstGeom prst="rect">
            <a:avLst/>
          </a:prstGeom>
        </p:spPr>
        <p:txBody>
          <a:bodyPr rtlCol="0"/>
          <a:lstStyle>
            <a:lvl1pPr>
              <a:defRPr>
                <a:solidFill>
                  <a:schemeClr val="bg1"/>
                </a:solidFill>
              </a:defRPr>
            </a:lvl1pPr>
          </a:lstStyle>
          <a:p>
            <a:pPr rtl="0"/>
            <a:fld id="{AEAA3239-9EA4-4A65-A281-97F994456D9F}" type="slidenum">
              <a:rPr lang="en-US" smtClean="0"/>
              <a:pPr rtl="0"/>
              <a:t>‹Nº›</a:t>
            </a:fld>
            <a:endParaRPr lang="en-US"/>
          </a:p>
        </p:txBody>
      </p:sp>
      <p:sp>
        <p:nvSpPr>
          <p:cNvPr id="6" name="Rectángulo 5">
            <a:extLst>
              <a:ext uri="{FF2B5EF4-FFF2-40B4-BE49-F238E27FC236}">
                <a16:creationId xmlns:a16="http://schemas.microsoft.com/office/drawing/2014/main" id="{CDEEA900-0D70-4D93-7863-89A4085C93C9}"/>
              </a:ext>
            </a:extLst>
          </p:cNvPr>
          <p:cNvSpPr/>
          <p:nvPr userDrawn="1"/>
        </p:nvSpPr>
        <p:spPr>
          <a:xfrm>
            <a:off x="634029" y="570037"/>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ángulo 6">
            <a:extLst>
              <a:ext uri="{FF2B5EF4-FFF2-40B4-BE49-F238E27FC236}">
                <a16:creationId xmlns:a16="http://schemas.microsoft.com/office/drawing/2014/main" id="{B6174C4B-8932-8749-0D17-218307FD761A}"/>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3402802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ita">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rtlCol="0"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pPr rtl="0"/>
            <a:r>
              <a:rPr lang="es"/>
              <a:t>Autor de la cita</a:t>
            </a:r>
          </a:p>
        </p:txBody>
      </p:sp>
      <p:sp>
        <p:nvSpPr>
          <p:cNvPr id="7" name="Marcador de conteni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rtlCol="0"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rtl="0"/>
            <a:r>
              <a:rPr lang="es"/>
              <a:t>Haga clic para agregar una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p>
            <a:pPr rtl="0"/>
            <a:r>
              <a:rPr lang="es"/>
              <a:t>Título de la presentación</a:t>
            </a:r>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rtlCol="0"/>
          <a:lstStyle/>
          <a:p>
            <a:pPr rtl="0"/>
            <a:r>
              <a:rPr lang="en-US"/>
              <a:t>17/9/2025</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rtlCol="0"/>
          <a:lstStyle/>
          <a:p>
            <a:pPr rtl="0"/>
            <a:fld id="{AEAA3239-9EA4-4A65-A281-97F994456D9F}" type="slidenum">
              <a:rPr lang="en-US" smtClean="0"/>
              <a:t>‹Nº›</a:t>
            </a:fld>
            <a:endParaRPr lang="en-US"/>
          </a:p>
        </p:txBody>
      </p:sp>
      <p:sp>
        <p:nvSpPr>
          <p:cNvPr id="34" name="Rectángulo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Rectángulo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8344114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ita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8E449530-F624-DF0E-5783-08CE43BB9B09}"/>
              </a:ext>
            </a:extLst>
          </p:cNvPr>
          <p:cNvSpPr>
            <a:spLocks noGrp="1"/>
          </p:cNvSpPr>
          <p:nvPr>
            <p:ph type="title" hasCustomPrompt="1"/>
          </p:nvPr>
        </p:nvSpPr>
        <p:spPr>
          <a:xfrm>
            <a:off x="3450579" y="5213166"/>
            <a:ext cx="7152032" cy="654234"/>
          </a:xfrm>
        </p:spPr>
        <p:txBody>
          <a:bodyPr rtlCol="0" anchor="b">
            <a:normAutofit/>
          </a:bodyPr>
          <a:lstStyle>
            <a:lvl1pPr>
              <a:defRPr sz="2000">
                <a:solidFill>
                  <a:schemeClr val="bg2"/>
                </a:solidFill>
              </a:defRPr>
            </a:lvl1pPr>
          </a:lstStyle>
          <a:p>
            <a:pPr rtl="0"/>
            <a:r>
              <a:rPr lang="es"/>
              <a:t>Autor de la cita</a:t>
            </a:r>
          </a:p>
        </p:txBody>
      </p:sp>
      <p:sp>
        <p:nvSpPr>
          <p:cNvPr id="7" name="Marcador de conteni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4629" y="1016955"/>
            <a:ext cx="9037983" cy="3361830"/>
          </a:xfrm>
          <a:prstGeom prst="rect">
            <a:avLst/>
          </a:prstGeom>
        </p:spPr>
        <p:txBody>
          <a:bodyPr rtlCol="0" anchor="t">
            <a:normAutofit/>
          </a:bodyPr>
          <a:lstStyle>
            <a:lvl1pPr marL="164592" indent="-164592">
              <a:lnSpc>
                <a:spcPct val="90000"/>
              </a:lnSpc>
              <a:spcBef>
                <a:spcPts val="0"/>
              </a:spcBef>
              <a:buNone/>
              <a:defRPr sz="7200">
                <a:solidFill>
                  <a:schemeClr val="bg2"/>
                </a:solidFill>
                <a:latin typeface="Arial" panose="020B0604020202020204" pitchFamily="34" charset="0"/>
                <a:cs typeface="Arial" panose="020B0604020202020204" pitchFamily="34" charset="0"/>
              </a:defRPr>
            </a:lvl1pPr>
          </a:lstStyle>
          <a:p>
            <a:pPr lvl="0" rtl="0"/>
            <a:r>
              <a:rPr lang="es"/>
              <a:t>Haga clic para agregar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bg2"/>
                </a:solidFill>
              </a:defRPr>
            </a:lvl1pPr>
          </a:lstStyle>
          <a:p>
            <a:pPr rtl="0"/>
            <a:r>
              <a:rPr lang="es"/>
              <a:t>Título de la presentación</a:t>
            </a:r>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55" cy="365760"/>
          </a:xfrm>
          <a:prstGeom prst="rect">
            <a:avLst/>
          </a:prstGeom>
        </p:spPr>
        <p:txBody>
          <a:bodyPr rtlCol="0"/>
          <a:lstStyle>
            <a:lvl1pPr>
              <a:defRPr>
                <a:solidFill>
                  <a:schemeClr val="bg2"/>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88996" y="6492239"/>
            <a:ext cx="669603" cy="365762"/>
          </a:xfrm>
          <a:prstGeom prst="rect">
            <a:avLst/>
          </a:prstGeom>
        </p:spPr>
        <p:txBody>
          <a:bodyPr rtlCol="0"/>
          <a:lstStyle>
            <a:lvl1pPr>
              <a:defRPr>
                <a:solidFill>
                  <a:schemeClr val="bg2"/>
                </a:solidFill>
              </a:defRPr>
            </a:lvl1pPr>
          </a:lstStyle>
          <a:p>
            <a:pPr rtl="0"/>
            <a:fld id="{AEAA3239-9EA4-4A65-A281-97F994456D9F}" type="slidenum">
              <a:rPr lang="en-US" smtClean="0"/>
              <a:pPr rtl="0"/>
              <a:t>‹Nº›</a:t>
            </a:fld>
            <a:endParaRPr lang="en-US"/>
          </a:p>
        </p:txBody>
      </p:sp>
      <p:sp>
        <p:nvSpPr>
          <p:cNvPr id="34" name="Rectángulo 33">
            <a:extLst>
              <a:ext uri="{FF2B5EF4-FFF2-40B4-BE49-F238E27FC236}">
                <a16:creationId xmlns:a16="http://schemas.microsoft.com/office/drawing/2014/main" id="{4DFFCFBA-7D7E-58B0-8630-FC532477B231}"/>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Rectángulo 34">
            <a:extLst>
              <a:ext uri="{FF2B5EF4-FFF2-40B4-BE49-F238E27FC236}">
                <a16:creationId xmlns:a16="http://schemas.microsoft.com/office/drawing/2014/main" id="{C7ABCBB3-5444-1C63-982A-1A2C44851352}"/>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71953434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ita 3">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F3911537-9B2D-3AC3-4978-FFAA74E6CB17}"/>
              </a:ext>
            </a:extLst>
          </p:cNvPr>
          <p:cNvSpPr>
            <a:spLocks noGrp="1"/>
          </p:cNvSpPr>
          <p:nvPr>
            <p:ph type="title" hasCustomPrompt="1"/>
          </p:nvPr>
        </p:nvSpPr>
        <p:spPr>
          <a:xfrm>
            <a:off x="5900118" y="5472201"/>
            <a:ext cx="5758481" cy="385039"/>
          </a:xfrm>
        </p:spPr>
        <p:txBody>
          <a:bodyPr rtlCol="0" anchor="b">
            <a:normAutofit/>
          </a:bodyPr>
          <a:lstStyle>
            <a:lvl1pPr>
              <a:defRPr sz="2000">
                <a:solidFill>
                  <a:schemeClr val="tx1"/>
                </a:solidFill>
              </a:defRPr>
            </a:lvl1pPr>
          </a:lstStyle>
          <a:p>
            <a:pPr rtl="0"/>
            <a:r>
              <a:rPr lang="es"/>
              <a:t>Autor de la cita</a:t>
            </a:r>
          </a:p>
        </p:txBody>
      </p:sp>
      <p:sp>
        <p:nvSpPr>
          <p:cNvPr id="7" name="Marcador de contenido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016954"/>
            <a:ext cx="8576637" cy="4089489"/>
          </a:xfrm>
          <a:prstGeom prst="rect">
            <a:avLst/>
          </a:prstGeom>
        </p:spPr>
        <p:txBody>
          <a:bodyPr rtlCol="0"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rtl="0"/>
            <a:r>
              <a:rPr lang="es"/>
              <a:t>Haga clic para agregar cita</a:t>
            </a:r>
          </a:p>
        </p:txBody>
      </p:sp>
      <p:sp>
        <p:nvSpPr>
          <p:cNvPr id="4" name="Marcador de pie de página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rtlCol="0"/>
          <a:lstStyle/>
          <a:p>
            <a:pPr rtl="0"/>
            <a:r>
              <a:rPr lang="es"/>
              <a:t>Título de la presentación</a:t>
            </a:r>
            <a:endParaRPr lang="en-US"/>
          </a:p>
        </p:txBody>
      </p:sp>
      <p:sp>
        <p:nvSpPr>
          <p:cNvPr id="3" name="Marcador de fecha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91337" cy="365760"/>
          </a:xfrm>
          <a:prstGeom prst="rect">
            <a:avLst/>
          </a:prstGeom>
        </p:spPr>
        <p:txBody>
          <a:bodyPr rtlCol="0"/>
          <a:lstStyle/>
          <a:p>
            <a:pPr rtl="0"/>
            <a:r>
              <a:rPr lang="en-US"/>
              <a:t>17/9/2025</a:t>
            </a:r>
          </a:p>
        </p:txBody>
      </p:sp>
      <p:sp>
        <p:nvSpPr>
          <p:cNvPr id="5" name="Marcador de número de diapositiva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95976" y="6492241"/>
            <a:ext cx="662623" cy="365760"/>
          </a:xfrm>
          <a:prstGeom prst="rect">
            <a:avLst/>
          </a:prstGeom>
        </p:spPr>
        <p:txBody>
          <a:bodyPr rtlCol="0"/>
          <a:lstStyle/>
          <a:p>
            <a:pPr rtl="0"/>
            <a:fld id="{AEAA3239-9EA4-4A65-A281-97F994456D9F}" type="slidenum">
              <a:rPr lang="en-US" smtClean="0"/>
              <a:t>‹Nº›</a:t>
            </a:fld>
            <a:endParaRPr lang="en-US"/>
          </a:p>
        </p:txBody>
      </p:sp>
      <p:sp>
        <p:nvSpPr>
          <p:cNvPr id="6" name="Rectángulo 5">
            <a:extLst>
              <a:ext uri="{FF2B5EF4-FFF2-40B4-BE49-F238E27FC236}">
                <a16:creationId xmlns:a16="http://schemas.microsoft.com/office/drawing/2014/main" id="{23216E38-A715-5665-7BB7-7254F2F2D693}"/>
              </a:ext>
            </a:extLst>
          </p:cNvPr>
          <p:cNvSpPr/>
          <p:nvPr userDrawn="1"/>
        </p:nvSpPr>
        <p:spPr>
          <a:xfrm>
            <a:off x="5900118" y="6155910"/>
            <a:ext cx="6279500"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3314144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os contenido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rtlCol="0" anchor="t"/>
          <a:lstStyle>
            <a:lvl1pPr>
              <a:defRPr cap="all" baseline="0"/>
            </a:lvl1pPr>
          </a:lstStyle>
          <a:p>
            <a:pPr rtl="0"/>
            <a:r>
              <a:rPr lang="es"/>
              <a:t>Haga clic para modificar el estilo de título del patrón</a:t>
            </a:r>
          </a:p>
        </p:txBody>
      </p:sp>
      <p:sp>
        <p:nvSpPr>
          <p:cNvPr id="37" name="Marcador de contenido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38" name="Marcador de contenido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rtlCol="0"/>
          <a:lstStyle/>
          <a:p>
            <a:pPr rtl="0"/>
            <a:r>
              <a:rPr lang="es"/>
              <a:t>Título de la presentación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rtlCol="0"/>
          <a:lstStyle/>
          <a:p>
            <a:pPr rtl="0"/>
            <a:r>
              <a:rPr lang="en-US"/>
              <a:t>17/9/2025</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rtlCol="0"/>
          <a:lstStyle/>
          <a:p>
            <a:pPr rtl="0"/>
            <a:fld id="{AEAA3239-9EA4-4A65-A281-97F994456D9F}" type="slidenum">
              <a:rPr lang="en-US" smtClean="0"/>
              <a:t>‹Nº›</a:t>
            </a:fld>
            <a:endParaRPr lang="en-US"/>
          </a:p>
        </p:txBody>
      </p:sp>
      <p:sp>
        <p:nvSpPr>
          <p:cNvPr id="8" name="Rectángulo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ángulo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9928635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ació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rtlCol="0" anchor="t"/>
          <a:lstStyle>
            <a:lvl1pPr>
              <a:defRPr cap="all" baseline="0"/>
            </a:lvl1pPr>
          </a:lstStyle>
          <a:p>
            <a:pPr rtl="0"/>
            <a:r>
              <a:rPr lang="es"/>
              <a:t>Haga clic para modificar el estilo de título del patrón</a:t>
            </a:r>
          </a:p>
        </p:txBody>
      </p:sp>
      <p:sp>
        <p:nvSpPr>
          <p:cNvPr id="3" name="Marcador de texto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rtlCol="0"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6" name="Marcador de contenido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rtlCol="0"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12" name="Marcador de contenido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8" name="Marcador de pie de página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rtlCol="0"/>
          <a:lstStyle/>
          <a:p>
            <a:pPr rtl="0"/>
            <a:r>
              <a:rPr lang="es"/>
              <a:t>Título de la presentación</a:t>
            </a:r>
            <a:endParaRPr lang="en-US"/>
          </a:p>
        </p:txBody>
      </p:sp>
      <p:sp>
        <p:nvSpPr>
          <p:cNvPr id="7" name="Marcador de fecha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rtlCol="0"/>
          <a:lstStyle/>
          <a:p>
            <a:pPr rtl="0"/>
            <a:r>
              <a:rPr lang="en-US"/>
              <a:t>17/9/2025</a:t>
            </a:r>
          </a:p>
        </p:txBody>
      </p:sp>
      <p:sp>
        <p:nvSpPr>
          <p:cNvPr id="9" name="Marcador de número de diapositiva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rtlCol="0"/>
          <a:lstStyle/>
          <a:p>
            <a:pPr rtl="0"/>
            <a:fld id="{AEAA3239-9EA4-4A65-A281-97F994456D9F}" type="slidenum">
              <a:rPr lang="en-US" smtClean="0"/>
              <a:t>‹Nº›</a:t>
            </a:fld>
            <a:endParaRPr lang="en-US"/>
          </a:p>
        </p:txBody>
      </p:sp>
      <p:sp>
        <p:nvSpPr>
          <p:cNvPr id="37" name="Rectángulo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Rectángulo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3179927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rtlCol="0" anchor="t"/>
          <a:lstStyle>
            <a:lvl1pPr>
              <a:defRPr cap="all" baseline="0">
                <a:solidFill>
                  <a:schemeClr val="tx2"/>
                </a:solidFill>
              </a:defRPr>
            </a:lvl1pPr>
          </a:lstStyle>
          <a:p>
            <a:pPr rtl="0"/>
            <a:r>
              <a:rPr lang="es"/>
              <a:t>Haga clic para modificar el estilo de título del patrón</a:t>
            </a:r>
          </a:p>
        </p:txBody>
      </p:sp>
      <p:sp>
        <p:nvSpPr>
          <p:cNvPr id="4" name="Marcador de pie de página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3" name="Marcador de fecha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17/9/2025</a:t>
            </a:r>
          </a:p>
        </p:txBody>
      </p:sp>
      <p:sp>
        <p:nvSpPr>
          <p:cNvPr id="5" name="Marcador de número de diapositiva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6" name="Rectángulo 5">
            <a:extLst>
              <a:ext uri="{FF2B5EF4-FFF2-40B4-BE49-F238E27FC236}">
                <a16:creationId xmlns:a16="http://schemas.microsoft.com/office/drawing/2014/main" id="{D0F7BCB4-DC28-7382-4A0F-0498411C4247}"/>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ángulo 6">
            <a:extLst>
              <a:ext uri="{FF2B5EF4-FFF2-40B4-BE49-F238E27FC236}">
                <a16:creationId xmlns:a16="http://schemas.microsoft.com/office/drawing/2014/main" id="{DB5560D8-36FC-D0D1-04BB-54F2CCBC8B5E}"/>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2724288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Vacío">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rtlCol="0"/>
          <a:lstStyle/>
          <a:p>
            <a:pPr rtl="0"/>
            <a:r>
              <a:rPr lang="es"/>
              <a:t>Título de la presentación</a:t>
            </a:r>
            <a:endParaRPr lang="en-US"/>
          </a:p>
        </p:txBody>
      </p:sp>
      <p:sp>
        <p:nvSpPr>
          <p:cNvPr id="2" name="Marcador de fecha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rtlCol="0"/>
          <a:lstStyle/>
          <a:p>
            <a:pPr rtl="0"/>
            <a:r>
              <a:rPr lang="en-US"/>
              <a:t>17/9/2025</a:t>
            </a:r>
          </a:p>
        </p:txBody>
      </p:sp>
      <p:sp>
        <p:nvSpPr>
          <p:cNvPr id="4" name="Marcador de número de diapositiva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rtlCol="0"/>
          <a:lstStyle/>
          <a:p>
            <a:pPr rtl="0"/>
            <a:fld id="{AEAA3239-9EA4-4A65-A281-97F994456D9F}" type="slidenum">
              <a:rPr lang="en-US" smtClean="0"/>
              <a:t>‹Nº›</a:t>
            </a:fld>
            <a:endParaRPr lang="en-US"/>
          </a:p>
        </p:txBody>
      </p:sp>
    </p:spTree>
    <p:extLst>
      <p:ext uri="{BB962C8B-B14F-4D97-AF65-F5344CB8AC3E}">
        <p14:creationId xmlns:p14="http://schemas.microsoft.com/office/powerpoint/2010/main" val="16989172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533398" y="1016955"/>
            <a:ext cx="3867155" cy="1757505"/>
          </a:xfrm>
          <a:prstGeom prst="rect">
            <a:avLst/>
          </a:prstGeom>
        </p:spPr>
        <p:txBody>
          <a:bodyPr rtlCol="0" anchor="t">
            <a:normAutofit/>
          </a:bodyPr>
          <a:lstStyle>
            <a:lvl1pPr>
              <a:defRPr sz="3600" cap="all" baseline="0"/>
            </a:lvl1pPr>
          </a:lstStyle>
          <a:p>
            <a:pPr rtl="0"/>
            <a:r>
              <a:rPr lang="es"/>
              <a:t>Haga clic para modificar el estilo de título del patrón</a:t>
            </a:r>
          </a:p>
        </p:txBody>
      </p:sp>
      <p:sp>
        <p:nvSpPr>
          <p:cNvPr id="4" name="Marcador de texto 3">
            <a:extLst>
              <a:ext uri="{FF2B5EF4-FFF2-40B4-BE49-F238E27FC236}">
                <a16:creationId xmlns:a16="http://schemas.microsoft.com/office/drawing/2014/main" id="{EC0EEBFB-2026-6A35-33ED-F008376B67A0}"/>
              </a:ext>
            </a:extLst>
          </p:cNvPr>
          <p:cNvSpPr>
            <a:spLocks noGrp="1"/>
          </p:cNvSpPr>
          <p:nvPr>
            <p:ph type="body" sz="half" idx="2"/>
          </p:nvPr>
        </p:nvSpPr>
        <p:spPr>
          <a:xfrm>
            <a:off x="533398" y="3242948"/>
            <a:ext cx="3867154" cy="3081652"/>
          </a:xfrm>
          <a:prstGeom prst="rect">
            <a:avLst/>
          </a:prstGeom>
        </p:spPr>
        <p:txBody>
          <a:bodyPr rtlCol="0" anchor="t">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2F3B20A8-A604-C977-02C0-083BA8663484}"/>
              </a:ext>
            </a:extLst>
          </p:cNvPr>
          <p:cNvSpPr>
            <a:spLocks noGrp="1"/>
          </p:cNvSpPr>
          <p:nvPr>
            <p:ph idx="1"/>
          </p:nvPr>
        </p:nvSpPr>
        <p:spPr>
          <a:xfrm>
            <a:off x="4962527" y="1001714"/>
            <a:ext cx="6696073" cy="5221285"/>
          </a:xfrm>
          <a:prstGeom prst="rect">
            <a:avLst/>
          </a:prstGeom>
        </p:spPr>
        <p:txBody>
          <a:bodyPr vert="horz" lIns="91440" tIns="45720" rIns="91440" bIns="45720" rtlCol="0">
            <a:normAutofit/>
          </a:bodyPr>
          <a:lstStyle>
            <a:lvl1pPr>
              <a:defRPr lang="en-US" dirty="0">
                <a:solidFill>
                  <a:schemeClr val="tx2"/>
                </a:solidFill>
              </a:defRPr>
            </a:lvl1pPr>
            <a:lvl2pPr>
              <a:defRPr lang="en-US" dirty="0">
                <a:solidFill>
                  <a:schemeClr val="tx2"/>
                </a:solidFill>
              </a:defRPr>
            </a:lvl2pPr>
            <a:lvl3pPr>
              <a:defRPr lang="en-US" dirty="0">
                <a:solidFill>
                  <a:schemeClr val="tx2"/>
                </a:solidFill>
              </a:defRPr>
            </a:lvl3pPr>
            <a:lvl4pPr>
              <a:defRPr lang="en-US" dirty="0">
                <a:solidFill>
                  <a:schemeClr val="tx2"/>
                </a:solidFill>
              </a:defRPr>
            </a:lvl4pPr>
            <a:lvl5pPr>
              <a:defRPr lang="en-US" dirty="0">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9C85A215-184B-2105-0279-ED02F6445831}"/>
              </a:ext>
            </a:extLst>
          </p:cNvPr>
          <p:cNvSpPr>
            <a:spLocks noGrp="1"/>
          </p:cNvSpPr>
          <p:nvPr>
            <p:ph type="ftr" sz="quarter" idx="11"/>
          </p:nvPr>
        </p:nvSpPr>
        <p:spPr>
          <a:xfrm>
            <a:off x="533399" y="6492241"/>
            <a:ext cx="8576637" cy="365760"/>
          </a:xfrm>
          <a:prstGeom prst="rect">
            <a:avLst/>
          </a:prstGeom>
        </p:spPr>
        <p:txBody>
          <a:bodyPr rtlCol="0"/>
          <a:lstStyle/>
          <a:p>
            <a:pPr rtl="0"/>
            <a:r>
              <a:rPr lang="es"/>
              <a:t>Título de la presentación</a:t>
            </a:r>
            <a:endParaRPr lang="en-US"/>
          </a:p>
        </p:txBody>
      </p:sp>
      <p:sp>
        <p:nvSpPr>
          <p:cNvPr id="5" name="Marcador de fecha 4">
            <a:extLst>
              <a:ext uri="{FF2B5EF4-FFF2-40B4-BE49-F238E27FC236}">
                <a16:creationId xmlns:a16="http://schemas.microsoft.com/office/drawing/2014/main" id="{93F05638-7A56-469A-825A-1DFA600254C8}"/>
              </a:ext>
            </a:extLst>
          </p:cNvPr>
          <p:cNvSpPr>
            <a:spLocks noGrp="1"/>
          </p:cNvSpPr>
          <p:nvPr>
            <p:ph type="dt" sz="half" idx="10"/>
          </p:nvPr>
        </p:nvSpPr>
        <p:spPr>
          <a:xfrm>
            <a:off x="9110036" y="6492240"/>
            <a:ext cx="1891338" cy="365760"/>
          </a:xfrm>
          <a:prstGeom prst="rect">
            <a:avLst/>
          </a:prstGeom>
        </p:spPr>
        <p:txBody>
          <a:bodyPr rtlCol="0"/>
          <a:lstStyle/>
          <a:p>
            <a:pPr rtl="0"/>
            <a:r>
              <a:rPr lang="en-US"/>
              <a:t>17/9/2025</a:t>
            </a:r>
          </a:p>
        </p:txBody>
      </p:sp>
      <p:sp>
        <p:nvSpPr>
          <p:cNvPr id="7" name="Marcador de número de diapositiva 6">
            <a:extLst>
              <a:ext uri="{FF2B5EF4-FFF2-40B4-BE49-F238E27FC236}">
                <a16:creationId xmlns:a16="http://schemas.microsoft.com/office/drawing/2014/main" id="{32C7CA46-892B-253A-3A28-7414E17B837B}"/>
              </a:ext>
            </a:extLst>
          </p:cNvPr>
          <p:cNvSpPr>
            <a:spLocks noGrp="1"/>
          </p:cNvSpPr>
          <p:nvPr>
            <p:ph type="sldNum" sz="quarter" idx="12"/>
          </p:nvPr>
        </p:nvSpPr>
        <p:spPr>
          <a:xfrm>
            <a:off x="10995976" y="6492241"/>
            <a:ext cx="662624" cy="365760"/>
          </a:xfrm>
          <a:prstGeom prst="rect">
            <a:avLst/>
          </a:prstGeom>
        </p:spPr>
        <p:txBody>
          <a:bodyPr rtlCol="0"/>
          <a:lstStyle/>
          <a:p>
            <a:pPr rtl="0"/>
            <a:fld id="{AEAA3239-9EA4-4A65-A281-97F994456D9F}" type="slidenum">
              <a:rPr lang="en-US" smtClean="0"/>
              <a:t>‹Nº›</a:t>
            </a:fld>
            <a:endParaRPr lang="en-US"/>
          </a:p>
        </p:txBody>
      </p:sp>
      <p:sp>
        <p:nvSpPr>
          <p:cNvPr id="37" name="Rectángulo 36">
            <a:extLst>
              <a:ext uri="{FF2B5EF4-FFF2-40B4-BE49-F238E27FC236}">
                <a16:creationId xmlns:a16="http://schemas.microsoft.com/office/drawing/2014/main" id="{120561F0-CF17-B530-6961-589A8ED59092}"/>
              </a:ext>
            </a:extLst>
          </p:cNvPr>
          <p:cNvSpPr/>
          <p:nvPr/>
        </p:nvSpPr>
        <p:spPr>
          <a:xfrm>
            <a:off x="634029" y="570037"/>
            <a:ext cx="3766523"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8" name="Rectángulo 37">
            <a:extLst>
              <a:ext uri="{FF2B5EF4-FFF2-40B4-BE49-F238E27FC236}">
                <a16:creationId xmlns:a16="http://schemas.microsoft.com/office/drawing/2014/main" id="{38CC40D6-7654-D186-61ED-908232C31F69}"/>
              </a:ext>
            </a:extLst>
          </p:cNvPr>
          <p:cNvSpPr/>
          <p:nvPr/>
        </p:nvSpPr>
        <p:spPr>
          <a:xfrm>
            <a:off x="4400552" y="570037"/>
            <a:ext cx="7791448"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21419428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533399" y="1016955"/>
            <a:ext cx="3486153" cy="1762083"/>
          </a:xfrm>
          <a:prstGeom prst="rect">
            <a:avLst/>
          </a:prstGeom>
        </p:spPr>
        <p:txBody>
          <a:bodyPr rtlCol="0" anchor="t">
            <a:normAutofit/>
          </a:bodyPr>
          <a:lstStyle>
            <a:lvl1pPr>
              <a:defRPr sz="3600" cap="all" baseline="0"/>
            </a:lvl1pPr>
          </a:lstStyle>
          <a:p>
            <a:pPr rtl="0"/>
            <a:r>
              <a:rPr lang="es"/>
              <a:t>Haga clic para modificar el estilo de título del patrón</a:t>
            </a:r>
          </a:p>
        </p:txBody>
      </p:sp>
      <p:sp>
        <p:nvSpPr>
          <p:cNvPr id="4" name="Marcador de texto 3">
            <a:extLst>
              <a:ext uri="{FF2B5EF4-FFF2-40B4-BE49-F238E27FC236}">
                <a16:creationId xmlns:a16="http://schemas.microsoft.com/office/drawing/2014/main" id="{F32C4A61-EF2A-C5A5-B150-4448600B3937}"/>
              </a:ext>
            </a:extLst>
          </p:cNvPr>
          <p:cNvSpPr>
            <a:spLocks noGrp="1"/>
          </p:cNvSpPr>
          <p:nvPr>
            <p:ph type="body" sz="half" idx="2"/>
          </p:nvPr>
        </p:nvSpPr>
        <p:spPr>
          <a:xfrm>
            <a:off x="533399" y="2991503"/>
            <a:ext cx="3486153" cy="3333097"/>
          </a:xfrm>
          <a:prstGeom prst="rect">
            <a:avLst/>
          </a:prstGeom>
        </p:spPr>
        <p:txBody>
          <a:bodyPr rtlCol="0"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posición de imagen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62527" y="631580"/>
            <a:ext cx="6696073" cy="5845420"/>
          </a:xfrm>
          <a:prstGeom prst="rect">
            <a:avLst/>
          </a:prstGeom>
          <a:blipFill dpi="0" rotWithShape="1">
            <a:blip r:embed="rId2">
              <a:alphaModFix amt="60000"/>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
              <a:t> </a:t>
            </a:r>
          </a:p>
        </p:txBody>
      </p:sp>
      <p:sp>
        <p:nvSpPr>
          <p:cNvPr id="6" name="Marcador de pie de página 5">
            <a:extLst>
              <a:ext uri="{FF2B5EF4-FFF2-40B4-BE49-F238E27FC236}">
                <a16:creationId xmlns:a16="http://schemas.microsoft.com/office/drawing/2014/main" id="{7FDC75DA-9A78-9AB9-7171-95A08CC51C56}"/>
              </a:ext>
            </a:extLst>
          </p:cNvPr>
          <p:cNvSpPr>
            <a:spLocks noGrp="1"/>
          </p:cNvSpPr>
          <p:nvPr>
            <p:ph type="ftr" sz="quarter" idx="11"/>
          </p:nvPr>
        </p:nvSpPr>
        <p:spPr>
          <a:xfrm>
            <a:off x="533399" y="6492241"/>
            <a:ext cx="8576637" cy="365760"/>
          </a:xfrm>
          <a:prstGeom prst="rect">
            <a:avLst/>
          </a:prstGeom>
        </p:spPr>
        <p:txBody>
          <a:bodyPr rtlCol="0"/>
          <a:lstStyle/>
          <a:p>
            <a:pPr rtl="0"/>
            <a:r>
              <a:rPr lang="es"/>
              <a:t>Título de la presentación</a:t>
            </a:r>
          </a:p>
        </p:txBody>
      </p:sp>
      <p:sp>
        <p:nvSpPr>
          <p:cNvPr id="5" name="Marcador de fecha 4">
            <a:extLst>
              <a:ext uri="{FF2B5EF4-FFF2-40B4-BE49-F238E27FC236}">
                <a16:creationId xmlns:a16="http://schemas.microsoft.com/office/drawing/2014/main" id="{920B235E-39C7-4C78-20EF-DB48ECD9CB90}"/>
              </a:ext>
            </a:extLst>
          </p:cNvPr>
          <p:cNvSpPr>
            <a:spLocks noGrp="1"/>
          </p:cNvSpPr>
          <p:nvPr>
            <p:ph type="dt" sz="half" idx="10"/>
          </p:nvPr>
        </p:nvSpPr>
        <p:spPr>
          <a:xfrm>
            <a:off x="9110036" y="6492238"/>
            <a:ext cx="1880548" cy="365761"/>
          </a:xfrm>
          <a:prstGeom prst="rect">
            <a:avLst/>
          </a:prstGeom>
        </p:spPr>
        <p:txBody>
          <a:bodyPr rtlCol="0"/>
          <a:lstStyle/>
          <a:p>
            <a:pPr rtl="0"/>
            <a:r>
              <a:rPr lang="en-US"/>
              <a:t>17/9/2025</a:t>
            </a:r>
          </a:p>
        </p:txBody>
      </p:sp>
      <p:sp>
        <p:nvSpPr>
          <p:cNvPr id="7" name="Marcador de número de diapositiva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95976" y="6492237"/>
            <a:ext cx="662624" cy="365763"/>
          </a:xfrm>
          <a:prstGeom prst="rect">
            <a:avLst/>
          </a:prstGeom>
        </p:spPr>
        <p:txBody>
          <a:bodyPr rtlCol="0"/>
          <a:lstStyle/>
          <a:p>
            <a:pPr rtl="0"/>
            <a:fld id="{AEAA3239-9EA4-4A65-A281-97F994456D9F}" type="slidenum">
              <a:rPr lang="en-US" smtClean="0"/>
              <a:t>‹Nº›</a:t>
            </a:fld>
            <a:endParaRPr lang="en-US"/>
          </a:p>
        </p:txBody>
      </p:sp>
      <p:sp>
        <p:nvSpPr>
          <p:cNvPr id="35" name="Rectángulo 34">
            <a:extLst>
              <a:ext uri="{FF2B5EF4-FFF2-40B4-BE49-F238E27FC236}">
                <a16:creationId xmlns:a16="http://schemas.microsoft.com/office/drawing/2014/main" id="{103DE75D-DDAE-AF30-6FFC-D490DF411F57}"/>
              </a:ext>
            </a:extLst>
          </p:cNvPr>
          <p:cNvSpPr/>
          <p:nvPr/>
        </p:nvSpPr>
        <p:spPr>
          <a:xfrm>
            <a:off x="634029" y="570037"/>
            <a:ext cx="4323111" cy="7481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6" name="Rectángulo 35">
            <a:extLst>
              <a:ext uri="{FF2B5EF4-FFF2-40B4-BE49-F238E27FC236}">
                <a16:creationId xmlns:a16="http://schemas.microsoft.com/office/drawing/2014/main" id="{37FF2131-F761-6A93-E155-1DE63565D2B6}"/>
              </a:ext>
            </a:extLst>
          </p:cNvPr>
          <p:cNvSpPr/>
          <p:nvPr/>
        </p:nvSpPr>
        <p:spPr>
          <a:xfrm>
            <a:off x="4962522" y="570037"/>
            <a:ext cx="7229478" cy="7481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110418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ón">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rtlCol="0" anchor="t">
            <a:noAutofit/>
          </a:bodyPr>
          <a:lstStyle>
            <a:lvl1pPr>
              <a:defRPr sz="7200" cap="all" baseline="0">
                <a:solidFill>
                  <a:schemeClr val="tx2"/>
                </a:solidFill>
              </a:defRPr>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rtlCol="0"/>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rtlCol="0"/>
          <a:lstStyle>
            <a:lvl1pPr>
              <a:defRPr>
                <a:solidFill>
                  <a:schemeClr val="tx2"/>
                </a:solidFill>
              </a:defRPr>
            </a:lvl1pPr>
          </a:lstStyle>
          <a:p>
            <a:pPr rtl="0"/>
            <a:r>
              <a:rPr lang="es"/>
              <a:t>Título de la presentación</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rtlCol="0"/>
          <a:lstStyle>
            <a:lvl1pPr>
              <a:defRPr>
                <a:solidFill>
                  <a:schemeClr val="tx2"/>
                </a:solidFill>
              </a:defRPr>
            </a:lvl1pPr>
          </a:lstStyle>
          <a:p>
            <a:pPr rtl="0"/>
            <a:r>
              <a:rPr lang="en-US"/>
              <a:t>17/9/2025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34" name="Rectángulo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2"/>
              </a:solidFill>
            </a:endParaRPr>
          </a:p>
        </p:txBody>
      </p:sp>
      <p:sp>
        <p:nvSpPr>
          <p:cNvPr id="35" name="Rectángulo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930145545"/>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ón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rtlCol="0" anchor="t">
            <a:noAutofit/>
          </a:bodyPr>
          <a:lstStyle>
            <a:lvl1pPr>
              <a:defRPr sz="7200" cap="all" baseline="0">
                <a:solidFill>
                  <a:schemeClr val="tx2"/>
                </a:solidFill>
              </a:defRPr>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rtlCol="0">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rtlCol="0"/>
          <a:lstStyle>
            <a:lvl1pPr>
              <a:defRPr>
                <a:solidFill>
                  <a:schemeClr val="tx2"/>
                </a:solidFill>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rtlCol="0"/>
          <a:lstStyle>
            <a:lvl1pPr>
              <a:defRPr>
                <a:solidFill>
                  <a:schemeClr val="tx2"/>
                </a:solidFill>
              </a:defRPr>
            </a:lvl1pPr>
          </a:lstStyle>
          <a:p>
            <a:pPr rtl="0"/>
            <a:r>
              <a:rPr lang="en-US"/>
              <a:t>17/9/2025</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rtlCol="0"/>
          <a:lstStyle>
            <a:lvl1pPr>
              <a:defRPr>
                <a:solidFill>
                  <a:schemeClr val="tx2"/>
                </a:solidFill>
              </a:defRPr>
            </a:lvl1pPr>
          </a:lstStyle>
          <a:p>
            <a:pPr rtl="0"/>
            <a:fld id="{AEAA3239-9EA4-4A65-A281-97F994456D9F}" type="slidenum">
              <a:rPr lang="en-US" smtClean="0"/>
              <a:pPr rtl="0"/>
              <a:t>‹Nº›</a:t>
            </a:fld>
            <a:endParaRPr lang="en-US"/>
          </a:p>
        </p:txBody>
      </p:sp>
      <p:sp>
        <p:nvSpPr>
          <p:cNvPr id="58" name="Rectángulo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9" name="Rectángulo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85083653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pPr rtl="0"/>
            <a:r>
              <a:rPr lang="es"/>
              <a:t>Haga clic para modificar el estilo de título del patrón</a:t>
            </a:r>
          </a:p>
        </p:txBody>
      </p:sp>
      <p:sp>
        <p:nvSpPr>
          <p:cNvPr id="3" name="Marcador de texto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pie de página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pPr rtl="0"/>
            <a:r>
              <a:rPr lang="es"/>
              <a:t>Título de la presentación</a:t>
            </a:r>
            <a:endParaRPr lang="en-US"/>
          </a:p>
        </p:txBody>
      </p:sp>
      <p:sp>
        <p:nvSpPr>
          <p:cNvPr id="4" name="Marcador de fecha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pPr rtl="0"/>
            <a:r>
              <a:rPr lang="en-US"/>
              <a:t>17/9/2025</a:t>
            </a:r>
          </a:p>
        </p:txBody>
      </p:sp>
      <p:sp>
        <p:nvSpPr>
          <p:cNvPr id="6" name="Marcador de número de diapositiva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pPr rtl="0"/>
            <a:fld id="{AEAA3239-9EA4-4A65-A281-97F994456D9F}" type="slidenum">
              <a:rPr lang="en-US" smtClean="0"/>
              <a:pPr rtl="0"/>
              <a:t>‹Nº›</a:t>
            </a:fld>
            <a:endParaRPr lang="en-US"/>
          </a:p>
        </p:txBody>
      </p:sp>
    </p:spTree>
    <p:extLst>
      <p:ext uri="{BB962C8B-B14F-4D97-AF65-F5344CB8AC3E}">
        <p14:creationId xmlns:p14="http://schemas.microsoft.com/office/powerpoint/2010/main" val="1889201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p:hf sldNum="0" hdr="0" ftr="0" dt="0"/>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userDrawn="1">
          <p15:clr>
            <a:srgbClr val="F26B43"/>
          </p15:clr>
        </p15:guide>
        <p15:guide id="31" pos="3840" userDrawn="1">
          <p15:clr>
            <a:srgbClr val="F26B43"/>
          </p15:clr>
        </p15:guide>
        <p15:guide id="32" pos="336" userDrawn="1">
          <p15:clr>
            <a:srgbClr val="F26B43"/>
          </p15:clr>
        </p15:guide>
        <p15:guide id="33" pos="7344" userDrawn="1">
          <p15:clr>
            <a:srgbClr val="F26B43"/>
          </p15:clr>
        </p15:guide>
        <p15:guide id="34" orient="horz" pos="4080" userDrawn="1">
          <p15:clr>
            <a:srgbClr val="F26B43"/>
          </p15:clr>
        </p15:guide>
        <p15:guide id="35" orient="horz" pos="1344" userDrawn="1">
          <p15:clr>
            <a:srgbClr val="F26B43"/>
          </p15:clr>
        </p15:guide>
        <p15:guide id="36"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3.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55500">
              <a:schemeClr val="bg1">
                <a:lumMod val="75000"/>
              </a:schemeClr>
            </a:gs>
            <a:gs pos="37000">
              <a:schemeClr val="bg1">
                <a:lumMod val="85000"/>
              </a:schemeClr>
            </a:gs>
            <a:gs pos="0">
              <a:schemeClr val="bg1">
                <a:lumMod val="95000"/>
              </a:schemeClr>
            </a:gs>
            <a:gs pos="74000">
              <a:schemeClr val="bg1">
                <a:lumMod val="65000"/>
              </a:schemeClr>
            </a:gs>
            <a:gs pos="83000">
              <a:schemeClr val="bg1">
                <a:lumMod val="65000"/>
              </a:schemeClr>
            </a:gs>
            <a:gs pos="100000">
              <a:schemeClr val="bg1">
                <a:lumMod val="50000"/>
              </a:schemeClr>
            </a:gs>
          </a:gsLst>
          <a:lin ang="5400000" scaled="1"/>
        </a:grad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12AD60DE-9140-0EE0-0BFE-57707BF42633}"/>
              </a:ext>
            </a:extLst>
          </p:cNvPr>
          <p:cNvSpPr txBox="1"/>
          <p:nvPr/>
        </p:nvSpPr>
        <p:spPr>
          <a:xfrm>
            <a:off x="4113275" y="414909"/>
            <a:ext cx="7417309" cy="1938992"/>
          </a:xfrm>
          <a:prstGeom prst="rect">
            <a:avLst/>
          </a:prstGeom>
          <a:noFill/>
        </p:spPr>
        <p:txBody>
          <a:bodyPr wrap="square" rtlCol="0">
            <a:spAutoFit/>
          </a:bodyPr>
          <a:lstStyle/>
          <a:p>
            <a:r>
              <a:rPr lang="en-US" sz="6000" dirty="0" err="1">
                <a:latin typeface="Calibri" panose="020F0502020204030204" pitchFamily="34" charset="0"/>
                <a:ea typeface="Calibri" panose="020F0502020204030204" pitchFamily="34" charset="0"/>
                <a:cs typeface="Calibri" panose="020F0502020204030204" pitchFamily="34" charset="0"/>
              </a:rPr>
              <a:t>Sobrecarga</a:t>
            </a:r>
            <a:r>
              <a:rPr lang="en-US" sz="6000" dirty="0">
                <a:latin typeface="Calibri" panose="020F0502020204030204" pitchFamily="34" charset="0"/>
                <a:ea typeface="Calibri" panose="020F0502020204030204" pitchFamily="34" charset="0"/>
                <a:cs typeface="Calibri" panose="020F0502020204030204" pitchFamily="34" charset="0"/>
              </a:rPr>
              <a:t> de </a:t>
            </a:r>
            <a:r>
              <a:rPr lang="en-US" sz="6000" dirty="0" err="1">
                <a:latin typeface="Calibri" panose="020F0502020204030204" pitchFamily="34" charset="0"/>
                <a:ea typeface="Calibri" panose="020F0502020204030204" pitchFamily="34" charset="0"/>
                <a:cs typeface="Calibri" panose="020F0502020204030204" pitchFamily="34" charset="0"/>
              </a:rPr>
              <a:t>Constructores</a:t>
            </a:r>
            <a:r>
              <a:rPr lang="en-US" sz="6000" dirty="0">
                <a:latin typeface="Calibri" panose="020F0502020204030204" pitchFamily="34" charset="0"/>
                <a:ea typeface="Calibri" panose="020F0502020204030204" pitchFamily="34" charset="0"/>
                <a:cs typeface="Calibri" panose="020F0502020204030204" pitchFamily="34" charset="0"/>
              </a:rPr>
              <a:t> </a:t>
            </a:r>
            <a:r>
              <a:rPr lang="en-US" sz="6000" dirty="0" err="1">
                <a:latin typeface="Calibri" panose="020F0502020204030204" pitchFamily="34" charset="0"/>
                <a:ea typeface="Calibri" panose="020F0502020204030204" pitchFamily="34" charset="0"/>
                <a:cs typeface="Calibri" panose="020F0502020204030204" pitchFamily="34" charset="0"/>
              </a:rPr>
              <a:t>en</a:t>
            </a:r>
            <a:r>
              <a:rPr lang="en-US" sz="6000" dirty="0">
                <a:latin typeface="Calibri" panose="020F0502020204030204" pitchFamily="34" charset="0"/>
                <a:ea typeface="Calibri" panose="020F0502020204030204" pitchFamily="34" charset="0"/>
                <a:cs typeface="Calibri" panose="020F0502020204030204" pitchFamily="34" charset="0"/>
              </a:rPr>
              <a:t> Java</a:t>
            </a:r>
            <a:endParaRPr lang="es-UY" sz="6000" dirty="0"/>
          </a:p>
        </p:txBody>
      </p:sp>
      <p:pic>
        <p:nvPicPr>
          <p:cNvPr id="8" name="Imagen 7">
            <a:extLst>
              <a:ext uri="{FF2B5EF4-FFF2-40B4-BE49-F238E27FC236}">
                <a16:creationId xmlns:a16="http://schemas.microsoft.com/office/drawing/2014/main" id="{55857B43-430C-28C6-27DE-62368E0564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000500" cy="6858000"/>
          </a:xfrm>
          <a:prstGeom prst="rect">
            <a:avLst/>
          </a:prstGeom>
        </p:spPr>
      </p:pic>
      <p:sp>
        <p:nvSpPr>
          <p:cNvPr id="11" name="CuadroTexto 10">
            <a:extLst>
              <a:ext uri="{FF2B5EF4-FFF2-40B4-BE49-F238E27FC236}">
                <a16:creationId xmlns:a16="http://schemas.microsoft.com/office/drawing/2014/main" id="{5EC72AA4-16C4-42CD-C88D-2330E1216363}"/>
              </a:ext>
            </a:extLst>
          </p:cNvPr>
          <p:cNvSpPr txBox="1"/>
          <p:nvPr/>
        </p:nvSpPr>
        <p:spPr>
          <a:xfrm>
            <a:off x="4113275" y="4581144"/>
            <a:ext cx="6722365" cy="1754326"/>
          </a:xfrm>
          <a:prstGeom prst="rect">
            <a:avLst/>
          </a:prstGeom>
          <a:noFill/>
        </p:spPr>
        <p:txBody>
          <a:bodyPr wrap="square" rtlCol="0">
            <a:spAutoFit/>
          </a:bodyPr>
          <a:lstStyle/>
          <a:p>
            <a:r>
              <a:rPr lang="es-MX" b="1" dirty="0"/>
              <a:t>Grupo 7: Sobrecarga de constructores</a:t>
            </a:r>
            <a:endParaRPr lang="es-UY" b="1" dirty="0"/>
          </a:p>
          <a:p>
            <a:r>
              <a:rPr lang="es-UY" dirty="0"/>
              <a:t>Integrantes:</a:t>
            </a:r>
          </a:p>
          <a:p>
            <a:r>
              <a:rPr lang="es-UY" dirty="0"/>
              <a:t>- </a:t>
            </a:r>
            <a:r>
              <a:rPr lang="es-ES_tradnl" dirty="0"/>
              <a:t>Kevin Nahuel García Píriz.</a:t>
            </a:r>
            <a:endParaRPr lang="es-UY" dirty="0"/>
          </a:p>
          <a:p>
            <a:r>
              <a:rPr lang="es-ES_tradnl" dirty="0"/>
              <a:t>- Ignacio Sebastián Bonfrisco Araujo.</a:t>
            </a:r>
          </a:p>
          <a:p>
            <a:r>
              <a:rPr lang="es-ES_tradnl" dirty="0"/>
              <a:t>Materia: </a:t>
            </a:r>
            <a:r>
              <a:rPr lang="es-MX" b="1" dirty="0"/>
              <a:t>Fundamentos e introducción a la programación.</a:t>
            </a:r>
          </a:p>
          <a:p>
            <a:endParaRPr lang="es-UY" dirty="0"/>
          </a:p>
        </p:txBody>
      </p:sp>
    </p:spTree>
    <p:extLst>
      <p:ext uri="{BB962C8B-B14F-4D97-AF65-F5344CB8AC3E}">
        <p14:creationId xmlns:p14="http://schemas.microsoft.com/office/powerpoint/2010/main" val="1698280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9E0A-FCDA-7EE9-F5DA-76B911D5DCA7}"/>
              </a:ext>
            </a:extLst>
          </p:cNvPr>
          <p:cNvSpPr>
            <a:spLocks noGrp="1"/>
          </p:cNvSpPr>
          <p:nvPr>
            <p:ph type="title"/>
          </p:nvPr>
        </p:nvSpPr>
        <p:spPr>
          <a:xfrm>
            <a:off x="533399" y="1016955"/>
            <a:ext cx="4810129" cy="1269482"/>
          </a:xfrm>
        </p:spPr>
        <p:txBody>
          <a:bodyPr anchor="t">
            <a:noAutofit/>
          </a:bodyPr>
          <a:lstStyle/>
          <a:p>
            <a:r>
              <a:rPr lang="en-US" sz="3200" dirty="0" err="1">
                <a:latin typeface="Calibri" panose="020F0502020204030204" pitchFamily="34" charset="0"/>
                <a:ea typeface="Calibri" panose="020F0502020204030204" pitchFamily="34" charset="0"/>
                <a:cs typeface="Calibri" panose="020F0502020204030204" pitchFamily="34" charset="0"/>
              </a:rPr>
              <a:t>Concepto</a:t>
            </a:r>
            <a:r>
              <a:rPr lang="en-US" sz="3200" dirty="0">
                <a:latin typeface="Calibri" panose="020F0502020204030204" pitchFamily="34" charset="0"/>
                <a:ea typeface="Calibri" panose="020F0502020204030204" pitchFamily="34" charset="0"/>
                <a:cs typeface="Calibri" panose="020F0502020204030204" pitchFamily="34" charset="0"/>
              </a:rPr>
              <a:t> y </a:t>
            </a:r>
            <a:r>
              <a:rPr lang="en-US" sz="3200" dirty="0" err="1">
                <a:latin typeface="Calibri" panose="020F0502020204030204" pitchFamily="34" charset="0"/>
                <a:ea typeface="Calibri" panose="020F0502020204030204" pitchFamily="34" charset="0"/>
                <a:cs typeface="Calibri" panose="020F0502020204030204" pitchFamily="34" charset="0"/>
              </a:rPr>
              <a:t>características</a:t>
            </a:r>
            <a:r>
              <a:rPr lang="en-US" sz="3200" dirty="0">
                <a:latin typeface="Calibri" panose="020F0502020204030204" pitchFamily="34" charset="0"/>
                <a:ea typeface="Calibri" panose="020F0502020204030204" pitchFamily="34" charset="0"/>
                <a:cs typeface="Calibri" panose="020F0502020204030204" pitchFamily="34" charset="0"/>
              </a:rPr>
              <a:t> de un constructor </a:t>
            </a:r>
            <a:r>
              <a:rPr lang="en-US" sz="3200" dirty="0" err="1">
                <a:latin typeface="Calibri" panose="020F0502020204030204" pitchFamily="34" charset="0"/>
                <a:ea typeface="Calibri" panose="020F0502020204030204" pitchFamily="34" charset="0"/>
                <a:cs typeface="Calibri" panose="020F0502020204030204" pitchFamily="34" charset="0"/>
              </a:rPr>
              <a:t>en</a:t>
            </a:r>
            <a:r>
              <a:rPr lang="en-US" sz="3200" dirty="0">
                <a:latin typeface="Calibri" panose="020F0502020204030204" pitchFamily="34" charset="0"/>
                <a:ea typeface="Calibri" panose="020F0502020204030204" pitchFamily="34" charset="0"/>
                <a:cs typeface="Calibri" panose="020F0502020204030204" pitchFamily="34" charset="0"/>
              </a:rPr>
              <a:t> Java</a:t>
            </a:r>
          </a:p>
        </p:txBody>
      </p:sp>
      <p:pic>
        <p:nvPicPr>
          <p:cNvPr id="5" name="Content Placeholder 4" descr="Letras digitales de lectura del alfabeto en pantalla">
            <a:extLst>
              <a:ext uri="{FF2B5EF4-FFF2-40B4-BE49-F238E27FC236}">
                <a16:creationId xmlns:a16="http://schemas.microsoft.com/office/drawing/2014/main" id="{32928D61-321E-4C53-ABE1-FBA669D86449}"/>
              </a:ext>
            </a:extLst>
          </p:cNvPr>
          <p:cNvPicPr>
            <a:picLocks noGrp="1" noChangeAspect="1"/>
          </p:cNvPicPr>
          <p:nvPr>
            <p:ph type="pic" sz="quarter" idx="13"/>
          </p:nvPr>
        </p:nvPicPr>
        <p:blipFill>
          <a:blip r:embed="rId3"/>
          <a:srcRect r="28937" b="1"/>
          <a:stretch>
            <a:fillRect/>
          </a:stretch>
        </p:blipFill>
        <p:spPr>
          <a:xfrm>
            <a:off x="634030" y="2495234"/>
            <a:ext cx="4709498" cy="3727766"/>
          </a:xfrm>
        </p:spPr>
      </p:pic>
      <p:sp>
        <p:nvSpPr>
          <p:cNvPr id="4" name="Content Placeholder 3">
            <a:extLst>
              <a:ext uri="{FF2B5EF4-FFF2-40B4-BE49-F238E27FC236}">
                <a16:creationId xmlns:a16="http://schemas.microsoft.com/office/drawing/2014/main" id="{B11FBC41-C2C9-C9B5-AC6D-ACC7C72CFAC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2495234"/>
            <a:ext cx="5753037" cy="4770750"/>
          </a:xfrm>
        </p:spPr>
        <p:txBody>
          <a:bodyPr>
            <a:normAutofit/>
          </a:bodyPr>
          <a:lstStyle/>
          <a:p>
            <a:pPr marL="0" indent="0">
              <a:spcBef>
                <a:spcPts val="2500"/>
              </a:spcBef>
              <a:buFont typeface="Arial" panose="020B0604020202020204" pitchFamily="34" charset="0"/>
              <a:buNone/>
            </a:pPr>
            <a:r>
              <a:rPr lang="en-US" b="1" dirty="0" err="1">
                <a:latin typeface="Calibri" panose="020F0502020204030204" pitchFamily="34" charset="0"/>
                <a:ea typeface="Calibri" panose="020F0502020204030204" pitchFamily="34" charset="0"/>
                <a:cs typeface="Calibri" panose="020F0502020204030204" pitchFamily="34" charset="0"/>
              </a:rPr>
              <a:t>Definición</a:t>
            </a:r>
            <a:r>
              <a:rPr lang="en-US" b="1" dirty="0">
                <a:latin typeface="Calibri" panose="020F0502020204030204" pitchFamily="34" charset="0"/>
                <a:ea typeface="Calibri" panose="020F0502020204030204" pitchFamily="34" charset="0"/>
                <a:cs typeface="Calibri" panose="020F0502020204030204" pitchFamily="34" charset="0"/>
              </a:rPr>
              <a:t> de Constructor</a:t>
            </a: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Los </a:t>
            </a:r>
            <a:r>
              <a:rPr lang="en-US" dirty="0" err="1">
                <a:latin typeface="Calibri" panose="020F0502020204030204" pitchFamily="34" charset="0"/>
                <a:ea typeface="Calibri" panose="020F0502020204030204" pitchFamily="34" charset="0"/>
                <a:cs typeface="Calibri" panose="020F0502020204030204" pitchFamily="34" charset="0"/>
              </a:rPr>
              <a:t>constructores</a:t>
            </a:r>
            <a:r>
              <a:rPr lang="en-US" dirty="0">
                <a:latin typeface="Calibri" panose="020F0502020204030204" pitchFamily="34" charset="0"/>
                <a:ea typeface="Calibri" panose="020F0502020204030204" pitchFamily="34" charset="0"/>
                <a:cs typeface="Calibri" panose="020F0502020204030204" pitchFamily="34" charset="0"/>
              </a:rPr>
              <a:t> son </a:t>
            </a:r>
            <a:r>
              <a:rPr lang="en-US" dirty="0" err="1">
                <a:latin typeface="Calibri" panose="020F0502020204030204" pitchFamily="34" charset="0"/>
                <a:ea typeface="Calibri" panose="020F0502020204030204" pitchFamily="34" charset="0"/>
                <a:cs typeface="Calibri" panose="020F0502020204030204" pitchFamily="34" charset="0"/>
              </a:rPr>
              <a:t>métodos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especiales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que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inicializan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objetos</a:t>
            </a:r>
            <a:r>
              <a:rPr lang="en-US" dirty="0">
                <a:latin typeface="Calibri" panose="020F0502020204030204" pitchFamily="34" charset="0"/>
                <a:ea typeface="Calibri" panose="020F0502020204030204" pitchFamily="34" charset="0"/>
                <a:cs typeface="Calibri" panose="020F0502020204030204" pitchFamily="34" charset="0"/>
              </a:rPr>
              <a:t> con </a:t>
            </a:r>
            <a:r>
              <a:rPr lang="en-US" dirty="0" err="1">
                <a:latin typeface="Calibri" panose="020F0502020204030204" pitchFamily="34" charset="0"/>
                <a:ea typeface="Calibri" panose="020F0502020204030204" pitchFamily="34" charset="0"/>
                <a:cs typeface="Calibri" panose="020F0502020204030204" pitchFamily="34" charset="0"/>
              </a:rPr>
              <a:t>el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mismo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nombre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que</a:t>
            </a:r>
            <a:r>
              <a:rPr lang="en-US" dirty="0">
                <a:latin typeface="Calibri" panose="020F0502020204030204" pitchFamily="34" charset="0"/>
                <a:ea typeface="Calibri" panose="020F0502020204030204" pitchFamily="34" charset="0"/>
                <a:cs typeface="Calibri" panose="020F0502020204030204" pitchFamily="34" charset="0"/>
              </a:rPr>
              <a:t> la </a:t>
            </a:r>
            <a:r>
              <a:rPr lang="en-US" dirty="0" err="1">
                <a:latin typeface="Calibri" panose="020F0502020204030204" pitchFamily="34" charset="0"/>
                <a:ea typeface="Calibri" panose="020F0502020204030204" pitchFamily="34" charset="0"/>
                <a:cs typeface="Calibri" panose="020F0502020204030204" pitchFamily="34" charset="0"/>
              </a:rPr>
              <a:t>clase</a:t>
            </a:r>
            <a:r>
              <a:rPr lang="en-US" dirty="0">
                <a:latin typeface="Calibri" panose="020F0502020204030204" pitchFamily="34" charset="0"/>
                <a:ea typeface="Calibri" panose="020F0502020204030204" pitchFamily="34" charset="0"/>
                <a:cs typeface="Calibri" panose="020F0502020204030204" pitchFamily="34" charset="0"/>
              </a:rPr>
              <a:t> y sin </a:t>
            </a:r>
            <a:r>
              <a:rPr lang="en-US" dirty="0" err="1">
                <a:latin typeface="Calibri" panose="020F0502020204030204" pitchFamily="34" charset="0"/>
                <a:ea typeface="Calibri" panose="020F0502020204030204" pitchFamily="34" charset="0"/>
                <a:cs typeface="Calibri" panose="020F0502020204030204" pitchFamily="34" charset="0"/>
              </a:rPr>
              <a:t>tipo</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retorno</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spcBef>
                <a:spcPts val="2500"/>
              </a:spcBef>
              <a:buFont typeface="Arial" panose="020B0604020202020204" pitchFamily="34" charset="0"/>
              <a:buNone/>
            </a:pPr>
            <a:r>
              <a:rPr lang="en-US" b="1" dirty="0" err="1">
                <a:latin typeface="Calibri" panose="020F0502020204030204" pitchFamily="34" charset="0"/>
                <a:ea typeface="Calibri" panose="020F0502020204030204" pitchFamily="34" charset="0"/>
                <a:cs typeface="Calibri" panose="020F0502020204030204" pitchFamily="34" charset="0"/>
              </a:rPr>
              <a:t>Parámetros</a:t>
            </a:r>
            <a:r>
              <a:rPr lang="en-US" b="1" dirty="0">
                <a:latin typeface="Calibri" panose="020F0502020204030204" pitchFamily="34" charset="0"/>
                <a:ea typeface="Calibri" panose="020F0502020204030204" pitchFamily="34" charset="0"/>
                <a:cs typeface="Calibri" panose="020F0502020204030204" pitchFamily="34" charset="0"/>
              </a:rPr>
              <a:t> y </a:t>
            </a:r>
            <a:r>
              <a:rPr lang="en-US" b="1" dirty="0" err="1">
                <a:latin typeface="Calibri" panose="020F0502020204030204" pitchFamily="34" charset="0"/>
                <a:ea typeface="Calibri" panose="020F0502020204030204" pitchFamily="34" charset="0"/>
                <a:cs typeface="Calibri" panose="020F0502020204030204" pitchFamily="34" charset="0"/>
              </a:rPr>
              <a:t>valores</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iniciales</a:t>
            </a:r>
            <a:endParaRPr lang="en-US" b="1"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Al </a:t>
            </a:r>
            <a:r>
              <a:rPr lang="en-US" dirty="0" err="1">
                <a:latin typeface="Calibri" panose="020F0502020204030204" pitchFamily="34" charset="0"/>
                <a:ea typeface="Calibri" panose="020F0502020204030204" pitchFamily="34" charset="0"/>
                <a:cs typeface="Calibri" panose="020F0502020204030204" pitchFamily="34" charset="0"/>
              </a:rPr>
              <a:t>crearse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los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constructores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pueden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recibir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parámetros</a:t>
            </a:r>
            <a:r>
              <a:rPr lang="en-US" dirty="0">
                <a:latin typeface="Calibri" panose="020F0502020204030204" pitchFamily="34" charset="0"/>
                <a:ea typeface="Calibri" panose="020F0502020204030204" pitchFamily="34" charset="0"/>
                <a:cs typeface="Calibri" panose="020F0502020204030204" pitchFamily="34" charset="0"/>
              </a:rPr>
              <a:t> para </a:t>
            </a:r>
            <a:r>
              <a:rPr lang="en-US" dirty="0" err="1">
                <a:latin typeface="Calibri" panose="020F0502020204030204" pitchFamily="34" charset="0"/>
                <a:ea typeface="Calibri" panose="020F0502020204030204" pitchFamily="34" charset="0"/>
                <a:cs typeface="Calibri" panose="020F0502020204030204" pitchFamily="34" charset="0"/>
              </a:rPr>
              <a:t>asignar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valores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iniciales</a:t>
            </a:r>
            <a:r>
              <a:rPr lang="en-US" dirty="0">
                <a:latin typeface="Calibri" panose="020F0502020204030204" pitchFamily="34" charset="0"/>
                <a:ea typeface="Calibri" panose="020F0502020204030204" pitchFamily="34" charset="0"/>
                <a:cs typeface="Calibri" panose="020F0502020204030204" pitchFamily="34" charset="0"/>
              </a:rPr>
              <a:t> a </a:t>
            </a:r>
            <a:r>
              <a:rPr lang="en-US" dirty="0" err="1">
                <a:latin typeface="Calibri" panose="020F0502020204030204" pitchFamily="34" charset="0"/>
                <a:ea typeface="Calibri" panose="020F0502020204030204" pitchFamily="34" charset="0"/>
                <a:cs typeface="Calibri" panose="020F0502020204030204" pitchFamily="34" charset="0"/>
              </a:rPr>
              <a:t>los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atributos</a:t>
            </a:r>
            <a:r>
              <a:rPr lang="en-US" dirty="0">
                <a:latin typeface="Calibri" panose="020F0502020204030204" pitchFamily="34" charset="0"/>
                <a:ea typeface="Calibri" panose="020F0502020204030204" pitchFamily="34" charset="0"/>
                <a:cs typeface="Calibri" panose="020F0502020204030204" pitchFamily="34" charset="0"/>
              </a:rPr>
              <a:t> de un </a:t>
            </a:r>
            <a:r>
              <a:rPr lang="en-US" dirty="0" err="1">
                <a:latin typeface="Calibri" panose="020F0502020204030204" pitchFamily="34" charset="0"/>
                <a:ea typeface="Calibri" panose="020F0502020204030204" pitchFamily="34" charset="0"/>
                <a:cs typeface="Calibri" panose="020F0502020204030204" pitchFamily="34" charset="0"/>
              </a:rPr>
              <a:t>objeto</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spcBef>
                <a:spcPts val="2500"/>
              </a:spcBef>
              <a:buFont typeface="Arial" panose="020B0604020202020204" pitchFamily="34" charset="0"/>
              <a:buNone/>
            </a:pPr>
            <a:r>
              <a:rPr lang="en-US" b="1" dirty="0">
                <a:latin typeface="Calibri" panose="020F0502020204030204" pitchFamily="34" charset="0"/>
                <a:ea typeface="Calibri" panose="020F0502020204030204" pitchFamily="34" charset="0"/>
                <a:cs typeface="Calibri" panose="020F0502020204030204" pitchFamily="34" charset="0"/>
              </a:rPr>
              <a:t>Constructor </a:t>
            </a:r>
            <a:r>
              <a:rPr lang="en-US" b="1" dirty="0" err="1">
                <a:latin typeface="Calibri" panose="020F0502020204030204" pitchFamily="34" charset="0"/>
                <a:ea typeface="Calibri" panose="020F0502020204030204" pitchFamily="34" charset="0"/>
                <a:cs typeface="Calibri" panose="020F0502020204030204" pitchFamily="34" charset="0"/>
              </a:rPr>
              <a:t>por</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Defecto</a:t>
            </a:r>
            <a:endParaRPr lang="en-US" b="1"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Si no se define un constructor </a:t>
            </a:r>
            <a:r>
              <a:rPr lang="en-US" dirty="0" err="1">
                <a:latin typeface="Calibri" panose="020F0502020204030204" pitchFamily="34" charset="0"/>
                <a:ea typeface="Calibri" panose="020F0502020204030204" pitchFamily="34" charset="0"/>
                <a:cs typeface="Calibri" panose="020F0502020204030204" pitchFamily="34" charset="0"/>
              </a:rPr>
              <a:t>explícito</a:t>
            </a:r>
            <a:r>
              <a:rPr lang="en-US" dirty="0">
                <a:latin typeface="Calibri" panose="020F0502020204030204" pitchFamily="34" charset="0"/>
                <a:ea typeface="Calibri" panose="020F0502020204030204" pitchFamily="34" charset="0"/>
                <a:cs typeface="Calibri" panose="020F0502020204030204" pitchFamily="34" charset="0"/>
              </a:rPr>
              <a:t>, Java </a:t>
            </a:r>
            <a:r>
              <a:rPr lang="en-US" dirty="0" err="1">
                <a:latin typeface="Calibri" panose="020F0502020204030204" pitchFamily="34" charset="0"/>
                <a:ea typeface="Calibri" panose="020F0502020204030204" pitchFamily="34" charset="0"/>
                <a:cs typeface="Calibri" panose="020F0502020204030204" pitchFamily="34" charset="0"/>
              </a:rPr>
              <a:t>proporciona</a:t>
            </a:r>
            <a:r>
              <a:rPr lang="en-US" dirty="0">
                <a:latin typeface="Calibri" panose="020F0502020204030204" pitchFamily="34" charset="0"/>
                <a:ea typeface="Calibri" panose="020F0502020204030204" pitchFamily="34" charset="0"/>
                <a:cs typeface="Calibri" panose="020F0502020204030204" pitchFamily="34" charset="0"/>
              </a:rPr>
              <a:t> uno </a:t>
            </a:r>
            <a:r>
              <a:rPr lang="en-US" dirty="0" err="1">
                <a:latin typeface="Calibri" panose="020F0502020204030204" pitchFamily="34" charset="0"/>
                <a:ea typeface="Calibri" panose="020F0502020204030204" pitchFamily="34" charset="0"/>
                <a:cs typeface="Calibri" panose="020F0502020204030204" pitchFamily="34" charset="0"/>
              </a:rPr>
              <a:t>por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defecto</a:t>
            </a:r>
            <a:r>
              <a:rPr lang="en-US" dirty="0">
                <a:latin typeface="Calibri" panose="020F0502020204030204" pitchFamily="34" charset="0"/>
                <a:ea typeface="Calibri" panose="020F0502020204030204" pitchFamily="34" charset="0"/>
                <a:cs typeface="Calibri" panose="020F0502020204030204" pitchFamily="34" charset="0"/>
              </a:rPr>
              <a:t> sin </a:t>
            </a:r>
            <a:r>
              <a:rPr lang="en-US" dirty="0" err="1">
                <a:latin typeface="Calibri" panose="020F0502020204030204" pitchFamily="34" charset="0"/>
                <a:ea typeface="Calibri" panose="020F0502020204030204" pitchFamily="34" charset="0"/>
                <a:cs typeface="Calibri" panose="020F0502020204030204" pitchFamily="34" charset="0"/>
              </a:rPr>
              <a:t>parámetros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automáticamente</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spcBef>
                <a:spcPts val="2500"/>
              </a:spcBef>
              <a:buFont typeface="Arial" panose="020B0604020202020204" pitchFamily="34" charset="0"/>
              <a:buNone/>
            </a:pPr>
            <a:r>
              <a:rPr lang="en-US" b="1" dirty="0" err="1">
                <a:latin typeface="Calibri" panose="020F0502020204030204" pitchFamily="34" charset="0"/>
                <a:ea typeface="Calibri" panose="020F0502020204030204" pitchFamily="34" charset="0"/>
                <a:cs typeface="Calibri" panose="020F0502020204030204" pitchFamily="34" charset="0"/>
              </a:rPr>
              <a:t>Visibilidad</a:t>
            </a:r>
            <a:r>
              <a:rPr lang="en-US" b="1" dirty="0">
                <a:latin typeface="Calibri" panose="020F0502020204030204" pitchFamily="34" charset="0"/>
                <a:ea typeface="Calibri" panose="020F0502020204030204" pitchFamily="34" charset="0"/>
                <a:cs typeface="Calibri" panose="020F0502020204030204" pitchFamily="34" charset="0"/>
              </a:rPr>
              <a:t> y </a:t>
            </a:r>
            <a:r>
              <a:rPr lang="en-US" b="1" dirty="0" err="1">
                <a:latin typeface="Calibri" panose="020F0502020204030204" pitchFamily="34" charset="0"/>
                <a:ea typeface="Calibri" panose="020F0502020204030204" pitchFamily="34" charset="0"/>
                <a:cs typeface="Calibri" panose="020F0502020204030204" pitchFamily="34" charset="0"/>
              </a:rPr>
              <a:t>sobrecarga</a:t>
            </a:r>
            <a:endParaRPr lang="en-US" b="1"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Los </a:t>
            </a:r>
            <a:r>
              <a:rPr lang="en-US" dirty="0" err="1">
                <a:latin typeface="Calibri" panose="020F0502020204030204" pitchFamily="34" charset="0"/>
                <a:ea typeface="Calibri" panose="020F0502020204030204" pitchFamily="34" charset="0"/>
                <a:cs typeface="Calibri" panose="020F0502020204030204" pitchFamily="34" charset="0"/>
              </a:rPr>
              <a:t>constructores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pueden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tener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niveles</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visibilidad</a:t>
            </a:r>
            <a:r>
              <a:rPr lang="en-US" dirty="0">
                <a:latin typeface="Calibri" panose="020F0502020204030204" pitchFamily="34" charset="0"/>
                <a:ea typeface="Calibri" panose="020F0502020204030204" pitchFamily="34" charset="0"/>
                <a:cs typeface="Calibri" panose="020F0502020204030204" pitchFamily="34" charset="0"/>
              </a:rPr>
              <a:t> y </a:t>
            </a:r>
            <a:r>
              <a:rPr lang="en-US" dirty="0" err="1">
                <a:latin typeface="Calibri" panose="020F0502020204030204" pitchFamily="34" charset="0"/>
                <a:ea typeface="Calibri" panose="020F0502020204030204" pitchFamily="34" charset="0"/>
                <a:cs typeface="Calibri" panose="020F0502020204030204" pitchFamily="34" charset="0"/>
              </a:rPr>
              <a:t>permiten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sobrecarga</a:t>
            </a:r>
            <a:r>
              <a:rPr lang="en-US" dirty="0">
                <a:latin typeface="Calibri" panose="020F0502020204030204" pitchFamily="34" charset="0"/>
                <a:ea typeface="Calibri" panose="020F0502020204030204" pitchFamily="34" charset="0"/>
                <a:cs typeface="Calibri" panose="020F0502020204030204" pitchFamily="34" charset="0"/>
              </a:rPr>
              <a:t> para </a:t>
            </a:r>
            <a:r>
              <a:rPr lang="en-US" dirty="0" err="1">
                <a:latin typeface="Calibri" panose="020F0502020204030204" pitchFamily="34" charset="0"/>
                <a:ea typeface="Calibri" panose="020F0502020204030204" pitchFamily="34" charset="0"/>
                <a:cs typeface="Calibri" panose="020F0502020204030204" pitchFamily="34" charset="0"/>
              </a:rPr>
              <a:t>diseñar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clases</a:t>
            </a:r>
            <a:r>
              <a:rPr lang="en-US" dirty="0">
                <a:latin typeface="Calibri" panose="020F0502020204030204" pitchFamily="34" charset="0"/>
                <a:ea typeface="Calibri" panose="020F0502020204030204" pitchFamily="34" charset="0"/>
                <a:cs typeface="Calibri" panose="020F0502020204030204" pitchFamily="34" charset="0"/>
              </a:rPr>
              <a:t> flexibles y robustas.</a:t>
            </a:r>
          </a:p>
          <a:p>
            <a:pPr marL="0" lvl="1" indent="0">
              <a:buFont typeface="Arial" panose="020B0604020202020204" pitchFamily="34" charse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3183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9033E-1568-0937-F6D1-7E8265552664}"/>
              </a:ext>
            </a:extLst>
          </p:cNvPr>
          <p:cNvSpPr>
            <a:spLocks noGrp="1"/>
          </p:cNvSpPr>
          <p:nvPr>
            <p:ph type="title"/>
          </p:nvPr>
        </p:nvSpPr>
        <p:spPr>
          <a:xfrm>
            <a:off x="4178808" y="964185"/>
            <a:ext cx="7479792" cy="1413255"/>
          </a:xfrm>
        </p:spPr>
        <p:txBody>
          <a:bodyPr anchor="t">
            <a:noAutofit/>
          </a:bodyPr>
          <a:lstStyle/>
          <a:p>
            <a:pPr algn="ctr">
              <a:spcBef>
                <a:spcPts val="2500"/>
              </a:spcBef>
            </a:pPr>
            <a:r>
              <a:rPr lang="en-US" sz="4000" b="1" dirty="0" err="1">
                <a:latin typeface="Calibri" panose="020F0502020204030204" pitchFamily="34" charset="0"/>
                <a:ea typeface="Calibri" panose="020F0502020204030204" pitchFamily="34" charset="0"/>
                <a:cs typeface="Calibri" panose="020F0502020204030204" pitchFamily="34" charset="0"/>
              </a:rPr>
              <a:t>Que</a:t>
            </a:r>
            <a:r>
              <a:rPr lang="en-US" sz="4000" b="1" dirty="0">
                <a:latin typeface="Calibri" panose="020F0502020204030204" pitchFamily="34" charset="0"/>
                <a:ea typeface="Calibri" panose="020F0502020204030204" pitchFamily="34" charset="0"/>
                <a:cs typeface="Calibri" panose="020F0502020204030204" pitchFamily="34" charset="0"/>
              </a:rPr>
              <a:t> es la </a:t>
            </a:r>
            <a:r>
              <a:rPr lang="en-US" sz="4000" b="1" dirty="0" err="1">
                <a:latin typeface="Calibri" panose="020F0502020204030204" pitchFamily="34" charset="0"/>
                <a:ea typeface="Calibri" panose="020F0502020204030204" pitchFamily="34" charset="0"/>
                <a:cs typeface="Calibri" panose="020F0502020204030204" pitchFamily="34" charset="0"/>
              </a:rPr>
              <a:t>sobrecarga</a:t>
            </a:r>
            <a:r>
              <a:rPr lang="en-US" sz="4000" b="1" dirty="0">
                <a:latin typeface="Calibri" panose="020F0502020204030204" pitchFamily="34" charset="0"/>
                <a:ea typeface="Calibri" panose="020F0502020204030204" pitchFamily="34" charset="0"/>
                <a:cs typeface="Calibri" panose="020F0502020204030204" pitchFamily="34" charset="0"/>
              </a:rPr>
              <a:t> de </a:t>
            </a:r>
            <a:r>
              <a:rPr lang="en-US" sz="4000" b="1" dirty="0" err="1">
                <a:latin typeface="Calibri" panose="020F0502020204030204" pitchFamily="34" charset="0"/>
                <a:ea typeface="Calibri" panose="020F0502020204030204" pitchFamily="34" charset="0"/>
                <a:cs typeface="Calibri" panose="020F0502020204030204" pitchFamily="34" charset="0"/>
              </a:rPr>
              <a:t>constructores</a:t>
            </a:r>
            <a:r>
              <a:rPr lang="en-US" sz="4000" b="1" dirty="0">
                <a:latin typeface="Calibri" panose="020F0502020204030204" pitchFamily="34" charset="0"/>
                <a:ea typeface="Calibri" panose="020F0502020204030204" pitchFamily="34" charset="0"/>
                <a:cs typeface="Calibri" panose="020F0502020204030204" pitchFamily="34" charset="0"/>
              </a:rPr>
              <a:t>?</a:t>
            </a:r>
          </a:p>
        </p:txBody>
      </p:sp>
      <p:pic>
        <p:nvPicPr>
          <p:cNvPr id="5" name="Content Placeholder 4" descr="Guion informático en pantalla">
            <a:extLst>
              <a:ext uri="{FF2B5EF4-FFF2-40B4-BE49-F238E27FC236}">
                <a16:creationId xmlns:a16="http://schemas.microsoft.com/office/drawing/2014/main" id="{1AFB590A-2FBD-4E14-81AF-A260087E9301}"/>
              </a:ext>
            </a:extLst>
          </p:cNvPr>
          <p:cNvPicPr>
            <a:picLocks noGrp="1" noChangeAspect="1"/>
          </p:cNvPicPr>
          <p:nvPr>
            <p:ph type="pic" sz="quarter" idx="13"/>
          </p:nvPr>
        </p:nvPicPr>
        <p:blipFill>
          <a:blip r:embed="rId3"/>
          <a:srcRect l="10236" r="50849" b="-2"/>
          <a:stretch>
            <a:fillRect/>
          </a:stretch>
        </p:blipFill>
        <p:spPr>
          <a:xfrm>
            <a:off x="20" y="1"/>
            <a:ext cx="3998113" cy="6858000"/>
          </a:xfrm>
        </p:spPr>
      </p:pic>
      <p:sp>
        <p:nvSpPr>
          <p:cNvPr id="4" name="Content Placeholder 3">
            <a:extLst>
              <a:ext uri="{FF2B5EF4-FFF2-40B4-BE49-F238E27FC236}">
                <a16:creationId xmlns:a16="http://schemas.microsoft.com/office/drawing/2014/main" id="{AE125842-991B-3D1D-E3D3-E8F6A7A0FB9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78808" y="2578608"/>
            <a:ext cx="7827264" cy="4023360"/>
          </a:xfrm>
        </p:spPr>
        <p:txBody>
          <a:bodyPr>
            <a:normAutofit/>
          </a:bodyPr>
          <a:lstStyle/>
          <a:p>
            <a:pPr fontAlgn="t"/>
            <a:r>
              <a:rPr lang="es-MX" b="1" dirty="0">
                <a:latin typeface="Calibri" panose="020F0502020204030204" pitchFamily="34" charset="0"/>
                <a:ea typeface="Calibri" panose="020F0502020204030204" pitchFamily="34" charset="0"/>
                <a:cs typeface="Calibri" panose="020F0502020204030204" pitchFamily="34" charset="0"/>
              </a:rPr>
              <a:t>Concepto de sobrecarga de constructores</a:t>
            </a:r>
            <a:br>
              <a:rPr lang="es-MX" dirty="0">
                <a:latin typeface="Calibri" panose="020F0502020204030204" pitchFamily="34" charset="0"/>
                <a:ea typeface="Calibri" panose="020F0502020204030204" pitchFamily="34" charset="0"/>
                <a:cs typeface="Calibri" panose="020F0502020204030204" pitchFamily="34" charset="0"/>
              </a:rPr>
            </a:br>
            <a:r>
              <a:rPr lang="es-MX" dirty="0">
                <a:latin typeface="Calibri" panose="020F0502020204030204" pitchFamily="34" charset="0"/>
                <a:ea typeface="Calibri" panose="020F0502020204030204" pitchFamily="34" charset="0"/>
                <a:cs typeface="Calibri" panose="020F0502020204030204" pitchFamily="34" charset="0"/>
              </a:rPr>
              <a:t>La sobrecarga permite crear múltiples constructores dentro de una misma clase, permitiendo configurar objetos de formas diferentes y flexibles; La sobrecarga permite definir varios métodos o constructores con el mismo nombre, diferenciados por su lista de parámetros.</a:t>
            </a:r>
          </a:p>
          <a:p>
            <a:pPr fontAlgn="t"/>
            <a:endParaRPr lang="es-MX" dirty="0">
              <a:latin typeface="Calibri" panose="020F0502020204030204" pitchFamily="34" charset="0"/>
              <a:ea typeface="Calibri" panose="020F0502020204030204" pitchFamily="34" charset="0"/>
              <a:cs typeface="Calibri" panose="020F0502020204030204" pitchFamily="34" charset="0"/>
            </a:endParaRPr>
          </a:p>
          <a:p>
            <a:pPr fontAlgn="t"/>
            <a:r>
              <a:rPr lang="es-MX" b="1" dirty="0">
                <a:latin typeface="Calibri" panose="020F0502020204030204" pitchFamily="34" charset="0"/>
                <a:ea typeface="Calibri" panose="020F0502020204030204" pitchFamily="34" charset="0"/>
                <a:cs typeface="Calibri" panose="020F0502020204030204" pitchFamily="34" charset="0"/>
              </a:rPr>
              <a:t>Diferenciación por parámetros</a:t>
            </a:r>
            <a:br>
              <a:rPr lang="es-MX" dirty="0">
                <a:latin typeface="Calibri" panose="020F0502020204030204" pitchFamily="34" charset="0"/>
                <a:ea typeface="Calibri" panose="020F0502020204030204" pitchFamily="34" charset="0"/>
                <a:cs typeface="Calibri" panose="020F0502020204030204" pitchFamily="34" charset="0"/>
              </a:rPr>
            </a:br>
            <a:r>
              <a:rPr lang="es-MX" dirty="0">
                <a:latin typeface="Calibri" panose="020F0502020204030204" pitchFamily="34" charset="0"/>
                <a:ea typeface="Calibri" panose="020F0502020204030204" pitchFamily="34" charset="0"/>
                <a:cs typeface="Calibri" panose="020F0502020204030204" pitchFamily="34" charset="0"/>
              </a:rPr>
              <a:t>Los constructores se diferencian por:</a:t>
            </a:r>
          </a:p>
          <a:p>
            <a:pPr marL="0" indent="0" fontAlgn="t">
              <a:buNone/>
            </a:pPr>
            <a:r>
              <a:rPr lang="es-MX" dirty="0">
                <a:latin typeface="Calibri" panose="020F0502020204030204" pitchFamily="34" charset="0"/>
                <a:ea typeface="Calibri" panose="020F0502020204030204" pitchFamily="34" charset="0"/>
                <a:cs typeface="Calibri" panose="020F0502020204030204" pitchFamily="34" charset="0"/>
              </a:rPr>
              <a:t>       1.Cantidad de parámetros</a:t>
            </a:r>
          </a:p>
          <a:p>
            <a:pPr marL="0" indent="0" fontAlgn="t">
              <a:buNone/>
            </a:pPr>
            <a:r>
              <a:rPr lang="es-MX" dirty="0">
                <a:latin typeface="Calibri" panose="020F0502020204030204" pitchFamily="34" charset="0"/>
                <a:ea typeface="Calibri" panose="020F0502020204030204" pitchFamily="34" charset="0"/>
                <a:cs typeface="Calibri" panose="020F0502020204030204" pitchFamily="34" charset="0"/>
              </a:rPr>
              <a:t>       2.Tipo de parámetros</a:t>
            </a:r>
          </a:p>
          <a:p>
            <a:pPr marL="0" indent="0" fontAlgn="t">
              <a:buNone/>
            </a:pPr>
            <a:r>
              <a:rPr lang="es-MX" dirty="0">
                <a:latin typeface="Calibri" panose="020F0502020204030204" pitchFamily="34" charset="0"/>
                <a:ea typeface="Calibri" panose="020F0502020204030204" pitchFamily="34" charset="0"/>
                <a:cs typeface="Calibri" panose="020F0502020204030204" pitchFamily="34" charset="0"/>
              </a:rPr>
              <a:t>       3.Orden de parámetros</a:t>
            </a:r>
          </a:p>
          <a:p>
            <a:pPr marL="0" indent="0" fontAlgn="t">
              <a:buNone/>
            </a:pPr>
            <a:endParaRPr lang="es-MX" dirty="0">
              <a:latin typeface="Calibri" panose="020F0502020204030204" pitchFamily="34" charset="0"/>
              <a:ea typeface="Calibri" panose="020F0502020204030204" pitchFamily="34" charset="0"/>
              <a:cs typeface="Calibri" panose="020F0502020204030204" pitchFamily="34" charset="0"/>
            </a:endParaRPr>
          </a:p>
          <a:p>
            <a:pPr fontAlgn="t"/>
            <a:r>
              <a:rPr lang="es-MX" b="1" dirty="0">
                <a:latin typeface="Calibri" panose="020F0502020204030204" pitchFamily="34" charset="0"/>
                <a:ea typeface="Calibri" panose="020F0502020204030204" pitchFamily="34" charset="0"/>
                <a:cs typeface="Calibri" panose="020F0502020204030204" pitchFamily="34" charset="0"/>
              </a:rPr>
              <a:t>Importante</a:t>
            </a:r>
            <a:br>
              <a:rPr lang="es-MX" dirty="0">
                <a:latin typeface="Calibri" panose="020F0502020204030204" pitchFamily="34" charset="0"/>
                <a:ea typeface="Calibri" panose="020F0502020204030204" pitchFamily="34" charset="0"/>
                <a:cs typeface="Calibri" panose="020F0502020204030204" pitchFamily="34" charset="0"/>
              </a:rPr>
            </a:br>
            <a:r>
              <a:rPr lang="es-MX" dirty="0">
                <a:latin typeface="Calibri" panose="020F0502020204030204" pitchFamily="34" charset="0"/>
                <a:ea typeface="Calibri" panose="020F0502020204030204" pitchFamily="34" charset="0"/>
                <a:cs typeface="Calibri" panose="020F0502020204030204" pitchFamily="34" charset="0"/>
              </a:rPr>
              <a:t>El tipo de retorno </a:t>
            </a:r>
            <a:r>
              <a:rPr lang="es-MX" b="1" dirty="0">
                <a:latin typeface="Calibri" panose="020F0502020204030204" pitchFamily="34" charset="0"/>
                <a:ea typeface="Calibri" panose="020F0502020204030204" pitchFamily="34" charset="0"/>
                <a:cs typeface="Calibri" panose="020F0502020204030204" pitchFamily="34" charset="0"/>
              </a:rPr>
              <a:t>no influye</a:t>
            </a:r>
            <a:r>
              <a:rPr lang="es-MX" dirty="0">
                <a:latin typeface="Calibri" panose="020F0502020204030204" pitchFamily="34" charset="0"/>
                <a:ea typeface="Calibri" panose="020F0502020204030204" pitchFamily="34" charset="0"/>
                <a:cs typeface="Calibri" panose="020F0502020204030204" pitchFamily="34" charset="0"/>
              </a:rPr>
              <a:t> (los constructores no tienen retorno).</a:t>
            </a:r>
            <a:br>
              <a:rPr lang="es-MX" dirty="0">
                <a:latin typeface="Calibri" panose="020F0502020204030204" pitchFamily="34" charset="0"/>
                <a:ea typeface="Calibri" panose="020F0502020204030204" pitchFamily="34" charset="0"/>
                <a:cs typeface="Calibri" panose="020F0502020204030204" pitchFamily="34" charset="0"/>
              </a:rPr>
            </a:br>
            <a:endParaRPr lang="es-MX"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1711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EEC8B-AA73-92F0-2BEF-C9DC795781E2}"/>
              </a:ext>
            </a:extLst>
          </p:cNvPr>
          <p:cNvSpPr>
            <a:spLocks noGrp="1"/>
          </p:cNvSpPr>
          <p:nvPr>
            <p:ph type="title"/>
          </p:nvPr>
        </p:nvSpPr>
        <p:spPr>
          <a:xfrm>
            <a:off x="4224528" y="696915"/>
            <a:ext cx="7967471" cy="546669"/>
          </a:xfrm>
        </p:spPr>
        <p:txBody>
          <a:bodyPr anchor="t">
            <a:noAutofit/>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Ejemplo</a:t>
            </a:r>
            <a:r>
              <a:rPr lang="en-US" dirty="0">
                <a:latin typeface="Calibri" panose="020F0502020204030204" pitchFamily="34" charset="0"/>
                <a:ea typeface="Calibri" panose="020F0502020204030204" pitchFamily="34" charset="0"/>
                <a:cs typeface="Calibri" panose="020F0502020204030204" pitchFamily="34" charset="0"/>
              </a:rPr>
              <a:t>:</a:t>
            </a:r>
          </a:p>
        </p:txBody>
      </p:sp>
      <p:pic>
        <p:nvPicPr>
          <p:cNvPr id="5" name="Content Placeholder 4" descr="Granos de café en código Java abstracto.">
            <a:extLst>
              <a:ext uri="{FF2B5EF4-FFF2-40B4-BE49-F238E27FC236}">
                <a16:creationId xmlns:a16="http://schemas.microsoft.com/office/drawing/2014/main" id="{2FADAF4C-1C0C-46DD-BFC7-BB4F1D1CD658}"/>
              </a:ext>
            </a:extLst>
          </p:cNvPr>
          <p:cNvPicPr>
            <a:picLocks noGrp="1" noChangeAspect="1"/>
          </p:cNvPicPr>
          <p:nvPr>
            <p:ph type="pic" sz="quarter" idx="13"/>
          </p:nvPr>
        </p:nvPicPr>
        <p:blipFill>
          <a:blip r:embed="rId3"/>
          <a:srcRect l="34657" r="21619"/>
          <a:stretch>
            <a:fillRect/>
          </a:stretch>
        </p:blipFill>
        <p:spPr>
          <a:xfrm>
            <a:off x="20" y="1"/>
            <a:ext cx="3998113" cy="6858000"/>
          </a:xfrm>
        </p:spPr>
      </p:pic>
      <p:sp>
        <p:nvSpPr>
          <p:cNvPr id="4" name="Content Placeholder 3">
            <a:extLst>
              <a:ext uri="{FF2B5EF4-FFF2-40B4-BE49-F238E27FC236}">
                <a16:creationId xmlns:a16="http://schemas.microsoft.com/office/drawing/2014/main" id="{0BA5924D-CCCB-21F8-FAAB-603B22FDE1E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35424" y="1243584"/>
            <a:ext cx="7026432" cy="5477256"/>
          </a:xfrm>
        </p:spPr>
        <p:txBody>
          <a:bodyPr>
            <a:normAutofit lnSpcReduction="10000"/>
          </a:bodyPr>
          <a:lstStyle/>
          <a:p>
            <a:pPr marL="0" indent="0">
              <a:buNone/>
            </a:pPr>
            <a:r>
              <a:rPr lang="es-UY" dirty="0" err="1">
                <a:latin typeface="Calibri" panose="020F0502020204030204" pitchFamily="34" charset="0"/>
                <a:ea typeface="Calibri" panose="020F0502020204030204" pitchFamily="34" charset="0"/>
                <a:cs typeface="Calibri" panose="020F0502020204030204" pitchFamily="34" charset="0"/>
              </a:rPr>
              <a:t>class</a:t>
            </a:r>
            <a:r>
              <a:rPr lang="es-UY" dirty="0">
                <a:latin typeface="Calibri" panose="020F0502020204030204" pitchFamily="34" charset="0"/>
                <a:ea typeface="Calibri" panose="020F0502020204030204" pitchFamily="34" charset="0"/>
                <a:cs typeface="Calibri" panose="020F0502020204030204" pitchFamily="34" charset="0"/>
              </a:rPr>
              <a:t> Persona {</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String nombre;</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a:t>
            </a:r>
            <a:r>
              <a:rPr lang="es-UY" dirty="0" err="1">
                <a:latin typeface="Calibri" panose="020F0502020204030204" pitchFamily="34" charset="0"/>
                <a:ea typeface="Calibri" panose="020F0502020204030204" pitchFamily="34" charset="0"/>
                <a:cs typeface="Calibri" panose="020F0502020204030204" pitchFamily="34" charset="0"/>
              </a:rPr>
              <a:t>int</a:t>
            </a:r>
            <a:r>
              <a:rPr lang="es-UY" dirty="0">
                <a:latin typeface="Calibri" panose="020F0502020204030204" pitchFamily="34" charset="0"/>
                <a:ea typeface="Calibri" panose="020F0502020204030204" pitchFamily="34" charset="0"/>
                <a:cs typeface="Calibri" panose="020F0502020204030204" pitchFamily="34" charset="0"/>
              </a:rPr>
              <a:t> edad;</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 Constructor sin parámetros</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a:t>
            </a:r>
            <a:r>
              <a:rPr lang="es-UY" dirty="0" err="1">
                <a:latin typeface="Calibri" panose="020F0502020204030204" pitchFamily="34" charset="0"/>
                <a:ea typeface="Calibri" panose="020F0502020204030204" pitchFamily="34" charset="0"/>
                <a:cs typeface="Calibri" panose="020F0502020204030204" pitchFamily="34" charset="0"/>
              </a:rPr>
              <a:t>public</a:t>
            </a:r>
            <a:r>
              <a:rPr lang="es-UY" dirty="0">
                <a:latin typeface="Calibri" panose="020F0502020204030204" pitchFamily="34" charset="0"/>
                <a:ea typeface="Calibri" panose="020F0502020204030204" pitchFamily="34" charset="0"/>
                <a:cs typeface="Calibri" panose="020F0502020204030204" pitchFamily="34" charset="0"/>
              </a:rPr>
              <a:t> Persona() {</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a:t>
            </a:r>
            <a:r>
              <a:rPr lang="es-MX" dirty="0">
                <a:latin typeface="Calibri" panose="020F0502020204030204" pitchFamily="34" charset="0"/>
                <a:ea typeface="Calibri" panose="020F0502020204030204" pitchFamily="34" charset="0"/>
                <a:cs typeface="Calibri" panose="020F0502020204030204" pitchFamily="34" charset="0"/>
              </a:rPr>
              <a:t>nombre = "Sin nombre";</a:t>
            </a:r>
          </a:p>
          <a:p>
            <a:pPr marL="0" indent="0">
              <a:buNone/>
            </a:pPr>
            <a:r>
              <a:rPr lang="es-MX" dirty="0">
                <a:latin typeface="Calibri" panose="020F0502020204030204" pitchFamily="34" charset="0"/>
                <a:ea typeface="Calibri" panose="020F0502020204030204" pitchFamily="34" charset="0"/>
                <a:cs typeface="Calibri" panose="020F0502020204030204" pitchFamily="34" charset="0"/>
              </a:rPr>
              <a:t>        edad = 0; </a:t>
            </a:r>
            <a:r>
              <a:rPr lang="es-UY"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 Constructor con un parámetro</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a:t>
            </a:r>
            <a:r>
              <a:rPr lang="es-UY" dirty="0" err="1">
                <a:latin typeface="Calibri" panose="020F0502020204030204" pitchFamily="34" charset="0"/>
                <a:ea typeface="Calibri" panose="020F0502020204030204" pitchFamily="34" charset="0"/>
                <a:cs typeface="Calibri" panose="020F0502020204030204" pitchFamily="34" charset="0"/>
              </a:rPr>
              <a:t>public</a:t>
            </a:r>
            <a:r>
              <a:rPr lang="es-UY" dirty="0">
                <a:latin typeface="Calibri" panose="020F0502020204030204" pitchFamily="34" charset="0"/>
                <a:ea typeface="Calibri" panose="020F0502020204030204" pitchFamily="34" charset="0"/>
                <a:cs typeface="Calibri" panose="020F0502020204030204" pitchFamily="34" charset="0"/>
              </a:rPr>
              <a:t> Persona(String nombre) {</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a:t>
            </a:r>
            <a:r>
              <a:rPr lang="es-UY" dirty="0" err="1">
                <a:latin typeface="Calibri" panose="020F0502020204030204" pitchFamily="34" charset="0"/>
                <a:ea typeface="Calibri" panose="020F0502020204030204" pitchFamily="34" charset="0"/>
                <a:cs typeface="Calibri" panose="020F0502020204030204" pitchFamily="34" charset="0"/>
              </a:rPr>
              <a:t>this.nombre</a:t>
            </a:r>
            <a:r>
              <a:rPr lang="es-UY" dirty="0">
                <a:latin typeface="Calibri" panose="020F0502020204030204" pitchFamily="34" charset="0"/>
                <a:ea typeface="Calibri" panose="020F0502020204030204" pitchFamily="34" charset="0"/>
                <a:cs typeface="Calibri" panose="020F0502020204030204" pitchFamily="34" charset="0"/>
              </a:rPr>
              <a:t> = nombre;</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a:t>
            </a:r>
            <a:r>
              <a:rPr lang="es-UY" dirty="0" err="1">
                <a:latin typeface="Calibri" panose="020F0502020204030204" pitchFamily="34" charset="0"/>
                <a:ea typeface="Calibri" panose="020F0502020204030204" pitchFamily="34" charset="0"/>
                <a:cs typeface="Calibri" panose="020F0502020204030204" pitchFamily="34" charset="0"/>
              </a:rPr>
              <a:t>this.edad</a:t>
            </a:r>
            <a:r>
              <a:rPr lang="es-UY" dirty="0">
                <a:latin typeface="Calibri" panose="020F0502020204030204" pitchFamily="34" charset="0"/>
                <a:ea typeface="Calibri" panose="020F0502020204030204" pitchFamily="34" charset="0"/>
                <a:cs typeface="Calibri" panose="020F0502020204030204" pitchFamily="34" charset="0"/>
              </a:rPr>
              <a:t> = 0;</a:t>
            </a:r>
          </a:p>
          <a:p>
            <a:pPr marL="0" indent="0">
              <a:buNone/>
            </a:pPr>
            <a:r>
              <a:rPr lang="es-UY" dirty="0">
                <a:latin typeface="Calibri" panose="020F0502020204030204" pitchFamily="34" charset="0"/>
                <a:ea typeface="Calibri" panose="020F0502020204030204" pitchFamily="34" charset="0"/>
                <a:cs typeface="Calibri" panose="020F0502020204030204" pitchFamily="34" charset="0"/>
              </a:rPr>
              <a:t>    }</a:t>
            </a:r>
          </a:p>
          <a:p>
            <a:pPr marL="0" indent="0" fontAlgn="t">
              <a:buNone/>
            </a:pPr>
            <a:r>
              <a:rPr lang="es-UY" dirty="0">
                <a:latin typeface="Calibri" panose="020F0502020204030204" pitchFamily="34" charset="0"/>
                <a:ea typeface="Calibri" panose="020F0502020204030204" pitchFamily="34" charset="0"/>
                <a:cs typeface="Calibri" panose="020F0502020204030204" pitchFamily="34" charset="0"/>
              </a:rPr>
              <a:t>}</a:t>
            </a:r>
            <a:r>
              <a:rPr lang="es-MX" b="1" dirty="0"/>
              <a:t> </a:t>
            </a:r>
          </a:p>
          <a:p>
            <a:pPr marL="0" indent="0" fontAlgn="t">
              <a:buNone/>
            </a:pPr>
            <a:r>
              <a:rPr lang="es-MX" b="1" dirty="0">
                <a:latin typeface="Calibri" panose="020F0502020204030204" pitchFamily="34" charset="0"/>
                <a:ea typeface="Calibri" panose="020F0502020204030204" pitchFamily="34" charset="0"/>
                <a:cs typeface="Calibri" panose="020F0502020204030204" pitchFamily="34" charset="0"/>
              </a:rPr>
              <a:t>Uso clave de la palabra </a:t>
            </a:r>
            <a:r>
              <a:rPr lang="es-MX" b="1" dirty="0" err="1">
                <a:latin typeface="Calibri" panose="020F0502020204030204" pitchFamily="34" charset="0"/>
                <a:ea typeface="Calibri" panose="020F0502020204030204" pitchFamily="34" charset="0"/>
                <a:cs typeface="Calibri" panose="020F0502020204030204" pitchFamily="34" charset="0"/>
              </a:rPr>
              <a:t>this</a:t>
            </a:r>
            <a:r>
              <a:rPr lang="es-MX" b="1" dirty="0">
                <a:latin typeface="Calibri" panose="020F0502020204030204" pitchFamily="34" charset="0"/>
                <a:ea typeface="Calibri" panose="020F0502020204030204" pitchFamily="34" charset="0"/>
                <a:cs typeface="Calibri" panose="020F0502020204030204" pitchFamily="34" charset="0"/>
              </a:rPr>
              <a:t>()</a:t>
            </a:r>
          </a:p>
          <a:p>
            <a:pPr marL="0" indent="0" fontAlgn="t">
              <a:buNone/>
            </a:pPr>
            <a:r>
              <a:rPr lang="es-MX" dirty="0">
                <a:latin typeface="Calibri" panose="020F0502020204030204" pitchFamily="34" charset="0"/>
                <a:ea typeface="Calibri" panose="020F0502020204030204" pitchFamily="34" charset="0"/>
                <a:cs typeface="Calibri" panose="020F0502020204030204" pitchFamily="34" charset="0"/>
              </a:rPr>
              <a:t>- Permite reutilizar lógica entre constructores.</a:t>
            </a:r>
          </a:p>
          <a:p>
            <a:pPr marL="0" indent="0" fontAlgn="t">
              <a:buNone/>
            </a:pPr>
            <a:r>
              <a:rPr lang="es-MX" dirty="0">
                <a:latin typeface="Calibri" panose="020F0502020204030204" pitchFamily="34" charset="0"/>
                <a:ea typeface="Calibri" panose="020F0502020204030204" pitchFamily="34" charset="0"/>
                <a:cs typeface="Calibri" panose="020F0502020204030204" pitchFamily="34" charset="0"/>
              </a:rPr>
              <a:t>- Evita duplicación de código.</a:t>
            </a:r>
          </a:p>
          <a:p>
            <a:pPr marL="0" indent="0" fontAlgn="t">
              <a:buNone/>
            </a:pPr>
            <a:r>
              <a:rPr lang="es-MX" dirty="0">
                <a:latin typeface="Calibri" panose="020F0502020204030204" pitchFamily="34" charset="0"/>
                <a:ea typeface="Calibri" panose="020F0502020204030204" pitchFamily="34" charset="0"/>
                <a:cs typeface="Calibri" panose="020F0502020204030204" pitchFamily="34" charset="0"/>
              </a:rPr>
              <a:t>- Mejora el diseño de la clase.</a:t>
            </a:r>
          </a:p>
          <a:p>
            <a:pPr marL="0" indent="0">
              <a:buNone/>
            </a:pPr>
            <a:endParaRPr lang="es-UY" dirty="0">
              <a:latin typeface="Calibri" panose="020F0502020204030204" pitchFamily="34" charset="0"/>
              <a:ea typeface="Calibri" panose="020F0502020204030204" pitchFamily="34" charset="0"/>
              <a:cs typeface="Calibri" panose="020F0502020204030204" pitchFamily="34" charset="0"/>
            </a:endParaRPr>
          </a:p>
          <a:p>
            <a:pPr marL="0" indent="0">
              <a:spcBef>
                <a:spcPts val="2500"/>
              </a:spcBef>
              <a:buFont typeface="Arial" panose="020B0604020202020204" pitchFamily="34" charset="0"/>
              <a:buNone/>
            </a:pPr>
            <a:endParaRPr lang="en-US" dirty="0"/>
          </a:p>
        </p:txBody>
      </p:sp>
    </p:spTree>
    <p:extLst>
      <p:ext uri="{BB962C8B-B14F-4D97-AF65-F5344CB8AC3E}">
        <p14:creationId xmlns:p14="http://schemas.microsoft.com/office/powerpoint/2010/main" val="3700943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D671-10F5-07F2-BCD9-0136757406B8}"/>
              </a:ext>
            </a:extLst>
          </p:cNvPr>
          <p:cNvSpPr>
            <a:spLocks noGrp="1"/>
          </p:cNvSpPr>
          <p:nvPr>
            <p:ph type="title"/>
          </p:nvPr>
        </p:nvSpPr>
        <p:spPr>
          <a:xfrm>
            <a:off x="878039" y="1010614"/>
            <a:ext cx="4221479" cy="1564061"/>
          </a:xfrm>
        </p:spPr>
        <p:txBody>
          <a:bodyPr anchor="t">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Reglas </a:t>
            </a:r>
            <a:r>
              <a:rPr lang="en-US" sz="2800" dirty="0" err="1">
                <a:latin typeface="Calibri" panose="020F0502020204030204" pitchFamily="34" charset="0"/>
                <a:ea typeface="Calibri" panose="020F0502020204030204" pitchFamily="34" charset="0"/>
                <a:cs typeface="Calibri" panose="020F0502020204030204" pitchFamily="34" charset="0"/>
              </a:rPr>
              <a:t>fundamentales</a:t>
            </a:r>
            <a:r>
              <a:rPr lang="en-US" sz="2800" dirty="0">
                <a:latin typeface="Calibri" panose="020F0502020204030204" pitchFamily="34" charset="0"/>
                <a:ea typeface="Calibri" panose="020F0502020204030204" pitchFamily="34" charset="0"/>
                <a:cs typeface="Calibri" panose="020F0502020204030204" pitchFamily="34" charset="0"/>
              </a:rPr>
              <a:t> de la </a:t>
            </a:r>
            <a:r>
              <a:rPr lang="en-US" sz="2800" dirty="0" err="1">
                <a:latin typeface="Calibri" panose="020F0502020204030204" pitchFamily="34" charset="0"/>
                <a:ea typeface="Calibri" panose="020F0502020204030204" pitchFamily="34" charset="0"/>
                <a:cs typeface="Calibri" panose="020F0502020204030204" pitchFamily="34" charset="0"/>
              </a:rPr>
              <a:t>sobrecarga</a:t>
            </a:r>
            <a:r>
              <a:rPr lang="en-US" sz="2800" dirty="0">
                <a:latin typeface="Calibri" panose="020F0502020204030204" pitchFamily="34" charset="0"/>
                <a:ea typeface="Calibri" panose="020F0502020204030204" pitchFamily="34" charset="0"/>
                <a:cs typeface="Calibri" panose="020F0502020204030204" pitchFamily="34" charset="0"/>
              </a:rPr>
              <a:t> de </a:t>
            </a:r>
            <a:r>
              <a:rPr lang="en-US" sz="2800" dirty="0" err="1">
                <a:latin typeface="Calibri" panose="020F0502020204030204" pitchFamily="34" charset="0"/>
                <a:ea typeface="Calibri" panose="020F0502020204030204" pitchFamily="34" charset="0"/>
                <a:cs typeface="Calibri" panose="020F0502020204030204" pitchFamily="34" charset="0"/>
              </a:rPr>
              <a:t>constructores</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Content Placeholder 4" descr="Concepto de tecnología digital">
            <a:extLst>
              <a:ext uri="{FF2B5EF4-FFF2-40B4-BE49-F238E27FC236}">
                <a16:creationId xmlns:a16="http://schemas.microsoft.com/office/drawing/2014/main" id="{DF6228FF-2DA8-4EF8-B821-3D793C16F80C}"/>
              </a:ext>
            </a:extLst>
          </p:cNvPr>
          <p:cNvPicPr>
            <a:picLocks noGrp="1" noChangeAspect="1"/>
          </p:cNvPicPr>
          <p:nvPr>
            <p:ph type="pic" sz="quarter" idx="13"/>
          </p:nvPr>
        </p:nvPicPr>
        <p:blipFill>
          <a:blip r:embed="rId3"/>
          <a:srcRect l="27823" r="1114" b="1"/>
          <a:stretch>
            <a:fillRect/>
          </a:stretch>
        </p:blipFill>
        <p:spPr>
          <a:xfrm>
            <a:off x="634030" y="2495234"/>
            <a:ext cx="4709498" cy="3727766"/>
          </a:xfrm>
        </p:spPr>
      </p:pic>
      <p:sp>
        <p:nvSpPr>
          <p:cNvPr id="4" name="Content Placeholder 3">
            <a:extLst>
              <a:ext uri="{FF2B5EF4-FFF2-40B4-BE49-F238E27FC236}">
                <a16:creationId xmlns:a16="http://schemas.microsoft.com/office/drawing/2014/main" id="{EB8798E0-9747-7098-428A-79D6881C67D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1479682"/>
            <a:ext cx="5753037" cy="5758870"/>
          </a:xfrm>
        </p:spPr>
        <p:txBody>
          <a:bodyPr>
            <a:normAutofit/>
          </a:bodyPr>
          <a:lstStyle/>
          <a:p>
            <a:pPr marL="0" indent="0">
              <a:spcBef>
                <a:spcPts val="2500"/>
              </a:spcBef>
              <a:buFont typeface="Arial" panose="020B0604020202020204" pitchFamily="34" charset="0"/>
              <a:buNone/>
            </a:pPr>
            <a:r>
              <a:rPr lang="en-US" b="1" dirty="0" err="1">
                <a:latin typeface="Calibri" panose="020F0502020204030204" pitchFamily="34" charset="0"/>
                <a:ea typeface="Calibri" panose="020F0502020204030204" pitchFamily="34" charset="0"/>
                <a:cs typeface="Calibri" panose="020F0502020204030204" pitchFamily="34" charset="0"/>
              </a:rPr>
              <a:t>Diferenciación</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por</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parámetros</a:t>
            </a:r>
            <a:endParaRPr lang="en-US" b="1"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Los </a:t>
            </a:r>
            <a:r>
              <a:rPr lang="en-US" dirty="0" err="1">
                <a:latin typeface="Calibri" panose="020F0502020204030204" pitchFamily="34" charset="0"/>
                <a:ea typeface="Calibri" panose="020F0502020204030204" pitchFamily="34" charset="0"/>
                <a:cs typeface="Calibri" panose="020F0502020204030204" pitchFamily="34" charset="0"/>
              </a:rPr>
              <a:t>constructores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deben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diferenciarse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por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su</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lista</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parámetros</a:t>
            </a:r>
            <a:r>
              <a:rPr lang="en-US" dirty="0">
                <a:latin typeface="Calibri" panose="020F0502020204030204" pitchFamily="34" charset="0"/>
                <a:ea typeface="Calibri" panose="020F0502020204030204" pitchFamily="34" charset="0"/>
                <a:cs typeface="Calibri" panose="020F0502020204030204" pitchFamily="34" charset="0"/>
              </a:rPr>
              <a:t> para ser </a:t>
            </a:r>
            <a:r>
              <a:rPr lang="en-US" dirty="0" err="1">
                <a:latin typeface="Calibri" panose="020F0502020204030204" pitchFamily="34" charset="0"/>
                <a:ea typeface="Calibri" panose="020F0502020204030204" pitchFamily="34" charset="0"/>
                <a:cs typeface="Calibri" panose="020F0502020204030204" pitchFamily="34" charset="0"/>
              </a:rPr>
              <a:t>válidos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sobrecarga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en</a:t>
            </a:r>
            <a:r>
              <a:rPr lang="en-US" dirty="0">
                <a:latin typeface="Calibri" panose="020F0502020204030204" pitchFamily="34" charset="0"/>
                <a:ea typeface="Calibri" panose="020F0502020204030204" pitchFamily="34" charset="0"/>
                <a:cs typeface="Calibri" panose="020F0502020204030204" pitchFamily="34" charset="0"/>
              </a:rPr>
              <a:t> Java.</a:t>
            </a:r>
          </a:p>
          <a:p>
            <a:pPr marL="0" indent="0">
              <a:spcBef>
                <a:spcPts val="2500"/>
              </a:spcBef>
              <a:buFont typeface="Arial" panose="020B0604020202020204" pitchFamily="34" charset="0"/>
              <a:buNone/>
            </a:pPr>
            <a:r>
              <a:rPr lang="en-US" b="1" dirty="0" err="1">
                <a:latin typeface="Calibri" panose="020F0502020204030204" pitchFamily="34" charset="0"/>
                <a:ea typeface="Calibri" panose="020F0502020204030204" pitchFamily="34" charset="0"/>
                <a:cs typeface="Calibri" panose="020F0502020204030204" pitchFamily="34" charset="0"/>
              </a:rPr>
              <a:t>Evitar</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firmas</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idénticas</a:t>
            </a:r>
            <a:endParaRPr lang="en-US" b="1"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No </a:t>
            </a:r>
            <a:r>
              <a:rPr lang="en-US" dirty="0" err="1">
                <a:latin typeface="Calibri" panose="020F0502020204030204" pitchFamily="34" charset="0"/>
                <a:ea typeface="Calibri" panose="020F0502020204030204" pitchFamily="34" charset="0"/>
                <a:cs typeface="Calibri" panose="020F0502020204030204" pitchFamily="34" charset="0"/>
              </a:rPr>
              <a:t>pueden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existir</a:t>
            </a:r>
            <a:r>
              <a:rPr lang="en-US" dirty="0">
                <a:latin typeface="Calibri" panose="020F0502020204030204" pitchFamily="34" charset="0"/>
                <a:ea typeface="Calibri" panose="020F0502020204030204" pitchFamily="34" charset="0"/>
                <a:cs typeface="Calibri" panose="020F0502020204030204" pitchFamily="34" charset="0"/>
              </a:rPr>
              <a:t> dos </a:t>
            </a:r>
            <a:r>
              <a:rPr lang="en-US" dirty="0" err="1">
                <a:latin typeface="Calibri" panose="020F0502020204030204" pitchFamily="34" charset="0"/>
                <a:ea typeface="Calibri" panose="020F0502020204030204" pitchFamily="34" charset="0"/>
                <a:cs typeface="Calibri" panose="020F0502020204030204" pitchFamily="34" charset="0"/>
              </a:rPr>
              <a:t>constructores</a:t>
            </a:r>
            <a:r>
              <a:rPr lang="en-US" dirty="0">
                <a:latin typeface="Calibri" panose="020F0502020204030204" pitchFamily="34" charset="0"/>
                <a:ea typeface="Calibri" panose="020F0502020204030204" pitchFamily="34" charset="0"/>
                <a:cs typeface="Calibri" panose="020F0502020204030204" pitchFamily="34" charset="0"/>
              </a:rPr>
              <a:t> con la </a:t>
            </a:r>
            <a:r>
              <a:rPr lang="en-US" dirty="0" err="1">
                <a:latin typeface="Calibri" panose="020F0502020204030204" pitchFamily="34" charset="0"/>
                <a:ea typeface="Calibri" panose="020F0502020204030204" pitchFamily="34" charset="0"/>
                <a:cs typeface="Calibri" panose="020F0502020204030204" pitchFamily="34" charset="0"/>
              </a:rPr>
              <a:t>misma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firma</a:t>
            </a:r>
            <a:r>
              <a:rPr lang="en-US" dirty="0">
                <a:latin typeface="Calibri" panose="020F0502020204030204" pitchFamily="34" charset="0"/>
                <a:ea typeface="Calibri" panose="020F0502020204030204" pitchFamily="34" charset="0"/>
                <a:cs typeface="Calibri" panose="020F0502020204030204" pitchFamily="34" charset="0"/>
              </a:rPr>
              <a:t> para </a:t>
            </a:r>
            <a:r>
              <a:rPr lang="en-US" dirty="0" err="1">
                <a:latin typeface="Calibri" panose="020F0502020204030204" pitchFamily="34" charset="0"/>
                <a:ea typeface="Calibri" panose="020F0502020204030204" pitchFamily="34" charset="0"/>
                <a:cs typeface="Calibri" panose="020F0502020204030204" pitchFamily="34" charset="0"/>
              </a:rPr>
              <a:t>evitar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errores</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compilación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en</a:t>
            </a:r>
            <a:r>
              <a:rPr lang="en-US" dirty="0">
                <a:latin typeface="Calibri" panose="020F0502020204030204" pitchFamily="34" charset="0"/>
                <a:ea typeface="Calibri" panose="020F0502020204030204" pitchFamily="34" charset="0"/>
                <a:cs typeface="Calibri" panose="020F0502020204030204" pitchFamily="34" charset="0"/>
              </a:rPr>
              <a:t> Java.</a:t>
            </a:r>
          </a:p>
          <a:p>
            <a:pPr marL="0" indent="0">
              <a:spcBef>
                <a:spcPts val="2500"/>
              </a:spcBef>
              <a:buFont typeface="Arial" panose="020B0604020202020204" pitchFamily="34" charset="0"/>
              <a:buNone/>
            </a:pPr>
            <a:r>
              <a:rPr lang="en-US" b="1" dirty="0">
                <a:latin typeface="Calibri" panose="020F0502020204030204" pitchFamily="34" charset="0"/>
                <a:ea typeface="Calibri" panose="020F0502020204030204" pitchFamily="34" charset="0"/>
                <a:cs typeface="Calibri" panose="020F0502020204030204" pitchFamily="34" charset="0"/>
              </a:rPr>
              <a:t>Constructor </a:t>
            </a:r>
            <a:r>
              <a:rPr lang="en-US" b="1" dirty="0" err="1">
                <a:latin typeface="Calibri" panose="020F0502020204030204" pitchFamily="34" charset="0"/>
                <a:ea typeface="Calibri" panose="020F0502020204030204" pitchFamily="34" charset="0"/>
                <a:cs typeface="Calibri" panose="020F0502020204030204" pitchFamily="34" charset="0"/>
              </a:rPr>
              <a:t>por</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defecto</a:t>
            </a:r>
            <a:r>
              <a:rPr lang="en-US" b="1" dirty="0">
                <a:latin typeface="Calibri" panose="020F0502020204030204" pitchFamily="34" charset="0"/>
                <a:ea typeface="Calibri" panose="020F0502020204030204" pitchFamily="34" charset="0"/>
                <a:cs typeface="Calibri" panose="020F0502020204030204" pitchFamily="34" charset="0"/>
              </a:rPr>
              <a:t> y </a:t>
            </a:r>
            <a:r>
              <a:rPr lang="en-US" b="1" dirty="0" err="1">
                <a:latin typeface="Calibri" panose="020F0502020204030204" pitchFamily="34" charset="0"/>
                <a:ea typeface="Calibri" panose="020F0502020204030204" pitchFamily="34" charset="0"/>
                <a:cs typeface="Calibri" panose="020F0502020204030204" pitchFamily="34" charset="0"/>
              </a:rPr>
              <a:t>sobrecarga</a:t>
            </a:r>
            <a:endParaRPr lang="en-US" b="1"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Si se define al </a:t>
            </a:r>
            <a:r>
              <a:rPr lang="en-US" dirty="0" err="1">
                <a:latin typeface="Calibri" panose="020F0502020204030204" pitchFamily="34" charset="0"/>
                <a:ea typeface="Calibri" panose="020F0502020204030204" pitchFamily="34" charset="0"/>
                <a:cs typeface="Calibri" panose="020F0502020204030204" pitchFamily="34" charset="0"/>
              </a:rPr>
              <a:t>menos</a:t>
            </a:r>
            <a:r>
              <a:rPr lang="en-US" dirty="0">
                <a:latin typeface="Calibri" panose="020F0502020204030204" pitchFamily="34" charset="0"/>
                <a:ea typeface="Calibri" panose="020F0502020204030204" pitchFamily="34" charset="0"/>
                <a:cs typeface="Calibri" panose="020F0502020204030204" pitchFamily="34" charset="0"/>
              </a:rPr>
              <a:t> un constructor, Java no genera </a:t>
            </a:r>
            <a:r>
              <a:rPr lang="en-US" dirty="0" err="1">
                <a:latin typeface="Calibri" panose="020F0502020204030204" pitchFamily="34" charset="0"/>
                <a:ea typeface="Calibri" panose="020F0502020204030204" pitchFamily="34" charset="0"/>
                <a:cs typeface="Calibri" panose="020F0502020204030204" pitchFamily="34" charset="0"/>
              </a:rPr>
              <a:t>automáticamente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el</a:t>
            </a:r>
            <a:r>
              <a:rPr lang="en-US" dirty="0">
                <a:latin typeface="Calibri" panose="020F0502020204030204" pitchFamily="34" charset="0"/>
                <a:ea typeface="Calibri" panose="020F0502020204030204" pitchFamily="34" charset="0"/>
                <a:cs typeface="Calibri" panose="020F0502020204030204" pitchFamily="34" charset="0"/>
              </a:rPr>
              <a:t> constructor </a:t>
            </a:r>
            <a:r>
              <a:rPr lang="en-US" dirty="0" err="1">
                <a:latin typeface="Calibri" panose="020F0502020204030204" pitchFamily="34" charset="0"/>
                <a:ea typeface="Calibri" panose="020F0502020204030204" pitchFamily="34" charset="0"/>
                <a:cs typeface="Calibri" panose="020F0502020204030204" pitchFamily="34" charset="0"/>
              </a:rPr>
              <a:t>por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defecto</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spcBef>
                <a:spcPts val="2500"/>
              </a:spcBef>
              <a:buFont typeface="Arial" panose="020B0604020202020204" pitchFamily="34" charset="0"/>
              <a:buNone/>
            </a:pPr>
            <a:r>
              <a:rPr lang="en-US" b="1" dirty="0" err="1">
                <a:latin typeface="Calibri" panose="020F0502020204030204" pitchFamily="34" charset="0"/>
                <a:ea typeface="Calibri" panose="020F0502020204030204" pitchFamily="34" charset="0"/>
                <a:cs typeface="Calibri" panose="020F0502020204030204" pitchFamily="34" charset="0"/>
              </a:rPr>
              <a:t>Consistencia</a:t>
            </a:r>
            <a:r>
              <a:rPr lang="en-US" b="1" dirty="0">
                <a:latin typeface="Calibri" panose="020F0502020204030204" pitchFamily="34" charset="0"/>
                <a:ea typeface="Calibri" panose="020F0502020204030204" pitchFamily="34" charset="0"/>
                <a:cs typeface="Calibri" panose="020F0502020204030204" pitchFamily="34" charset="0"/>
              </a:rPr>
              <a:t> con </a:t>
            </a:r>
            <a:r>
              <a:rPr lang="en-US" b="1" dirty="0" err="1">
                <a:latin typeface="Calibri" panose="020F0502020204030204" pitchFamily="34" charset="0"/>
                <a:ea typeface="Calibri" panose="020F0502020204030204" pitchFamily="34" charset="0"/>
                <a:cs typeface="Calibri" panose="020F0502020204030204" pitchFamily="34" charset="0"/>
              </a:rPr>
              <a:t>sobrecarga</a:t>
            </a:r>
            <a:r>
              <a:rPr lang="en-US" b="1" dirty="0">
                <a:latin typeface="Calibri" panose="020F0502020204030204" pitchFamily="34" charset="0"/>
                <a:ea typeface="Calibri" panose="020F0502020204030204" pitchFamily="34" charset="0"/>
                <a:cs typeface="Calibri" panose="020F0502020204030204" pitchFamily="34" charset="0"/>
              </a:rPr>
              <a:t> de </a:t>
            </a:r>
            <a:r>
              <a:rPr lang="en-US" b="1" dirty="0" err="1">
                <a:latin typeface="Calibri" panose="020F0502020204030204" pitchFamily="34" charset="0"/>
                <a:ea typeface="Calibri" panose="020F0502020204030204" pitchFamily="34" charset="0"/>
                <a:cs typeface="Calibri" panose="020F0502020204030204" pitchFamily="34" charset="0"/>
              </a:rPr>
              <a:t>métodos</a:t>
            </a:r>
            <a:endParaRPr lang="en-US" b="1"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Las </a:t>
            </a:r>
            <a:r>
              <a:rPr lang="en-US" dirty="0" err="1">
                <a:latin typeface="Calibri" panose="020F0502020204030204" pitchFamily="34" charset="0"/>
                <a:ea typeface="Calibri" panose="020F0502020204030204" pitchFamily="34" charset="0"/>
                <a:cs typeface="Calibri" panose="020F0502020204030204" pitchFamily="34" charset="0"/>
              </a:rPr>
              <a:t>reglas</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sobrecarga</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constructores</a:t>
            </a:r>
            <a:r>
              <a:rPr lang="en-US" dirty="0">
                <a:latin typeface="Calibri" panose="020F0502020204030204" pitchFamily="34" charset="0"/>
                <a:ea typeface="Calibri" panose="020F0502020204030204" pitchFamily="34" charset="0"/>
                <a:cs typeface="Calibri" panose="020F0502020204030204" pitchFamily="34" charset="0"/>
              </a:rPr>
              <a:t> son </a:t>
            </a:r>
            <a:r>
              <a:rPr lang="en-US" dirty="0" err="1">
                <a:latin typeface="Calibri" panose="020F0502020204030204" pitchFamily="34" charset="0"/>
                <a:ea typeface="Calibri" panose="020F0502020204030204" pitchFamily="34" charset="0"/>
                <a:cs typeface="Calibri" panose="020F0502020204030204" pitchFamily="34" charset="0"/>
              </a:rPr>
              <a:t>similares</a:t>
            </a:r>
            <a:r>
              <a:rPr lang="en-US" dirty="0">
                <a:latin typeface="Calibri" panose="020F0502020204030204" pitchFamily="34" charset="0"/>
                <a:ea typeface="Calibri" panose="020F0502020204030204" pitchFamily="34" charset="0"/>
                <a:cs typeface="Calibri" panose="020F0502020204030204" pitchFamily="34" charset="0"/>
              </a:rPr>
              <a:t> a las de </a:t>
            </a:r>
            <a:r>
              <a:rPr lang="en-US" dirty="0" err="1">
                <a:latin typeface="Calibri" panose="020F0502020204030204" pitchFamily="34" charset="0"/>
                <a:ea typeface="Calibri" panose="020F0502020204030204" pitchFamily="34" charset="0"/>
                <a:cs typeface="Calibri" panose="020F0502020204030204" pitchFamily="34" charset="0"/>
              </a:rPr>
              <a:t>métodos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facilitando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aprendizaje</a:t>
            </a:r>
            <a:r>
              <a:rPr lang="en-US" dirty="0">
                <a:latin typeface="Calibri" panose="020F0502020204030204" pitchFamily="34" charset="0"/>
                <a:ea typeface="Calibri" panose="020F0502020204030204" pitchFamily="34" charset="0"/>
                <a:cs typeface="Calibri" panose="020F0502020204030204" pitchFamily="34" charset="0"/>
              </a:rPr>
              <a:t> del </a:t>
            </a:r>
            <a:r>
              <a:rPr lang="en-US" dirty="0" err="1">
                <a:latin typeface="Calibri" panose="020F0502020204030204" pitchFamily="34" charset="0"/>
                <a:ea typeface="Calibri" panose="020F0502020204030204" pitchFamily="34" charset="0"/>
                <a:cs typeface="Calibri" panose="020F0502020204030204" pitchFamily="34" charset="0"/>
              </a:rPr>
              <a:t>lenguaje</a:t>
            </a:r>
            <a:r>
              <a:rPr lang="en-US" dirty="0">
                <a:latin typeface="Calibri" panose="020F0502020204030204" pitchFamily="34" charset="0"/>
                <a:ea typeface="Calibri" panose="020F0502020204030204" pitchFamily="34" charset="0"/>
                <a:cs typeface="Calibri" panose="020F0502020204030204" pitchFamily="34" charset="0"/>
              </a:rPr>
              <a:t> Java.</a:t>
            </a:r>
          </a:p>
          <a:p>
            <a:pPr marL="0" lvl="1" indent="0">
              <a:buFont typeface="Arial" panose="020B0604020202020204" pitchFamily="34" charse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lvl="1" indent="0">
              <a:buNone/>
            </a:pPr>
            <a:r>
              <a:rPr lang="en-US" b="1" dirty="0" err="1">
                <a:latin typeface="Calibri" panose="020F0502020204030204" pitchFamily="34" charset="0"/>
                <a:ea typeface="Calibri" panose="020F0502020204030204" pitchFamily="34" charset="0"/>
                <a:cs typeface="Calibri" panose="020F0502020204030204" pitchFamily="34" charset="0"/>
              </a:rPr>
              <a:t>Ejemplo</a:t>
            </a:r>
            <a:r>
              <a:rPr lang="en-US" b="1" dirty="0">
                <a:latin typeface="Calibri" panose="020F0502020204030204" pitchFamily="34" charset="0"/>
                <a:ea typeface="Calibri" panose="020F0502020204030204" pitchFamily="34" charset="0"/>
                <a:cs typeface="Calibri" panose="020F0502020204030204" pitchFamily="34" charset="0"/>
              </a:rPr>
              <a:t>:</a:t>
            </a:r>
          </a:p>
          <a:p>
            <a:pPr marL="0" lvl="1" indent="0">
              <a:buNone/>
            </a:pPr>
            <a:r>
              <a:rPr lang="es-MX" dirty="0" err="1">
                <a:latin typeface="Calibri" panose="020F0502020204030204" pitchFamily="34" charset="0"/>
                <a:ea typeface="Calibri" panose="020F0502020204030204" pitchFamily="34" charset="0"/>
                <a:cs typeface="Calibri" panose="020F0502020204030204" pitchFamily="34" charset="0"/>
              </a:rPr>
              <a:t>UsuarioSistema</a:t>
            </a:r>
            <a:r>
              <a:rPr lang="es-MX" dirty="0">
                <a:latin typeface="Calibri" panose="020F0502020204030204" pitchFamily="34" charset="0"/>
                <a:ea typeface="Calibri" panose="020F0502020204030204" pitchFamily="34" charset="0"/>
                <a:cs typeface="Calibri" panose="020F0502020204030204" pitchFamily="34" charset="0"/>
              </a:rPr>
              <a:t> u1 = new </a:t>
            </a:r>
            <a:r>
              <a:rPr lang="es-MX" dirty="0" err="1">
                <a:latin typeface="Calibri" panose="020F0502020204030204" pitchFamily="34" charset="0"/>
                <a:ea typeface="Calibri" panose="020F0502020204030204" pitchFamily="34" charset="0"/>
                <a:cs typeface="Calibri" panose="020F0502020204030204" pitchFamily="34" charset="0"/>
              </a:rPr>
              <a:t>UsuarioSistema</a:t>
            </a:r>
            <a:r>
              <a:rPr lang="es-MX" dirty="0">
                <a:latin typeface="Calibri" panose="020F0502020204030204" pitchFamily="34" charset="0"/>
                <a:ea typeface="Calibri" panose="020F0502020204030204" pitchFamily="34" charset="0"/>
                <a:cs typeface="Calibri" panose="020F0502020204030204" pitchFamily="34" charset="0"/>
              </a:rPr>
              <a:t>();</a:t>
            </a:r>
          </a:p>
          <a:p>
            <a:pPr marL="0" lvl="1" indent="0">
              <a:buNone/>
            </a:pPr>
            <a:r>
              <a:rPr lang="es-MX" dirty="0" err="1">
                <a:latin typeface="Calibri" panose="020F0502020204030204" pitchFamily="34" charset="0"/>
                <a:ea typeface="Calibri" panose="020F0502020204030204" pitchFamily="34" charset="0"/>
                <a:cs typeface="Calibri" panose="020F0502020204030204" pitchFamily="34" charset="0"/>
              </a:rPr>
              <a:t>UsuarioSistema</a:t>
            </a:r>
            <a:r>
              <a:rPr lang="es-MX" dirty="0">
                <a:latin typeface="Calibri" panose="020F0502020204030204" pitchFamily="34" charset="0"/>
                <a:ea typeface="Calibri" panose="020F0502020204030204" pitchFamily="34" charset="0"/>
                <a:cs typeface="Calibri" panose="020F0502020204030204" pitchFamily="34" charset="0"/>
              </a:rPr>
              <a:t> u2 = new </a:t>
            </a:r>
            <a:r>
              <a:rPr lang="es-MX" dirty="0" err="1">
                <a:latin typeface="Calibri" panose="020F0502020204030204" pitchFamily="34" charset="0"/>
                <a:ea typeface="Calibri" panose="020F0502020204030204" pitchFamily="34" charset="0"/>
                <a:cs typeface="Calibri" panose="020F0502020204030204" pitchFamily="34" charset="0"/>
              </a:rPr>
              <a:t>UsuarioSistema</a:t>
            </a:r>
            <a:r>
              <a:rPr lang="es-MX" dirty="0">
                <a:latin typeface="Calibri" panose="020F0502020204030204" pitchFamily="34" charset="0"/>
                <a:ea typeface="Calibri" panose="020F0502020204030204" pitchFamily="34" charset="0"/>
                <a:cs typeface="Calibri" panose="020F0502020204030204" pitchFamily="34" charset="0"/>
              </a:rPr>
              <a:t>("Juan");</a:t>
            </a:r>
          </a:p>
          <a:p>
            <a:pPr marL="0" lvl="1" indent="0">
              <a:buNone/>
            </a:pPr>
            <a:r>
              <a:rPr lang="es-MX" dirty="0" err="1">
                <a:latin typeface="Calibri" panose="020F0502020204030204" pitchFamily="34" charset="0"/>
                <a:ea typeface="Calibri" panose="020F0502020204030204" pitchFamily="34" charset="0"/>
                <a:cs typeface="Calibri" panose="020F0502020204030204" pitchFamily="34" charset="0"/>
              </a:rPr>
              <a:t>UsuarioSistema</a:t>
            </a:r>
            <a:r>
              <a:rPr lang="es-MX" dirty="0">
                <a:latin typeface="Calibri" panose="020F0502020204030204" pitchFamily="34" charset="0"/>
                <a:ea typeface="Calibri" panose="020F0502020204030204" pitchFamily="34" charset="0"/>
                <a:cs typeface="Calibri" panose="020F0502020204030204" pitchFamily="34" charset="0"/>
              </a:rPr>
              <a:t> u3 = new </a:t>
            </a:r>
            <a:r>
              <a:rPr lang="es-MX" dirty="0" err="1">
                <a:latin typeface="Calibri" panose="020F0502020204030204" pitchFamily="34" charset="0"/>
                <a:ea typeface="Calibri" panose="020F0502020204030204" pitchFamily="34" charset="0"/>
                <a:cs typeface="Calibri" panose="020F0502020204030204" pitchFamily="34" charset="0"/>
              </a:rPr>
              <a:t>UsuarioSistema</a:t>
            </a:r>
            <a:r>
              <a:rPr lang="es-MX" dirty="0">
                <a:latin typeface="Calibri" panose="020F0502020204030204" pitchFamily="34" charset="0"/>
                <a:ea typeface="Calibri" panose="020F0502020204030204" pitchFamily="34" charset="0"/>
                <a:cs typeface="Calibri" panose="020F0502020204030204" pitchFamily="34" charset="0"/>
              </a:rPr>
              <a:t>("Juan", "mail@gmail.com");</a:t>
            </a:r>
            <a:endParaRPr lang="en-US"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52204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8F822-09E0-61D9-D4C1-8E93406B1ACB}"/>
              </a:ext>
            </a:extLst>
          </p:cNvPr>
          <p:cNvSpPr>
            <a:spLocks noGrp="1"/>
          </p:cNvSpPr>
          <p:nvPr>
            <p:ph type="title"/>
          </p:nvPr>
        </p:nvSpPr>
        <p:spPr>
          <a:xfrm>
            <a:off x="6620258" y="351536"/>
            <a:ext cx="5440680" cy="1328932"/>
          </a:xfrm>
        </p:spPr>
        <p:txBody>
          <a:bodyPr anchor="b">
            <a:normAutofit/>
          </a:bodyPr>
          <a:lstStyle/>
          <a:p>
            <a:pPr algn="ctr"/>
            <a:r>
              <a:rPr lang="en-US" sz="2500" dirty="0" err="1"/>
              <a:t>Ventajas</a:t>
            </a:r>
            <a:r>
              <a:rPr lang="en-US" sz="2500" dirty="0"/>
              <a:t> y </a:t>
            </a:r>
            <a:r>
              <a:rPr lang="en-US" sz="2500" dirty="0" err="1"/>
              <a:t>utilidad</a:t>
            </a:r>
            <a:r>
              <a:rPr lang="en-US" sz="2500" dirty="0"/>
              <a:t> </a:t>
            </a:r>
            <a:r>
              <a:rPr lang="en-US" sz="2500" dirty="0" err="1"/>
              <a:t>práctica</a:t>
            </a:r>
            <a:r>
              <a:rPr lang="en-US" sz="2500" dirty="0"/>
              <a:t> de la </a:t>
            </a:r>
            <a:r>
              <a:rPr lang="en-US" sz="2500" dirty="0" err="1"/>
              <a:t>sobrecarga</a:t>
            </a:r>
            <a:r>
              <a:rPr lang="en-US" sz="2500" dirty="0"/>
              <a:t> de </a:t>
            </a:r>
            <a:r>
              <a:rPr lang="en-US" sz="2500" dirty="0" err="1"/>
              <a:t>constructores</a:t>
            </a:r>
            <a:endParaRPr lang="en-US" sz="2500" dirty="0"/>
          </a:p>
        </p:txBody>
      </p:sp>
      <p:pic>
        <p:nvPicPr>
          <p:cNvPr id="5" name="Content Placeholder 4" descr="Un néctar de la Nymph corona verde en una bromelia que tiene flores rosas y blancas. Foto tomada en Ecuador en los jardines Milpe. Como no se usó el flash hay desenfoque de alas. No sé la especie de la bromelia, hay miles allí.">
            <a:extLst>
              <a:ext uri="{FF2B5EF4-FFF2-40B4-BE49-F238E27FC236}">
                <a16:creationId xmlns:a16="http://schemas.microsoft.com/office/drawing/2014/main" id="{2CEBBB68-21E3-4517-A9E8-9E16A1861185}"/>
              </a:ext>
            </a:extLst>
          </p:cNvPr>
          <p:cNvPicPr>
            <a:picLocks noGrp="1" noChangeAspect="1"/>
          </p:cNvPicPr>
          <p:nvPr>
            <p:ph type="pic" sz="quarter" idx="13"/>
          </p:nvPr>
        </p:nvPicPr>
        <p:blipFill>
          <a:blip r:embed="rId3"/>
          <a:srcRect l="34557" r="2490"/>
          <a:stretch>
            <a:fillRect/>
          </a:stretch>
        </p:blipFill>
        <p:spPr>
          <a:xfrm>
            <a:off x="20" y="16383"/>
            <a:ext cx="6492220" cy="6858000"/>
          </a:xfrm>
        </p:spPr>
      </p:pic>
      <p:sp>
        <p:nvSpPr>
          <p:cNvPr id="4" name="Content Placeholder 3">
            <a:extLst>
              <a:ext uri="{FF2B5EF4-FFF2-40B4-BE49-F238E27FC236}">
                <a16:creationId xmlns:a16="http://schemas.microsoft.com/office/drawing/2014/main" id="{7E4C9356-2C37-C506-CC6E-8F6409F429A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20258" y="1680469"/>
            <a:ext cx="5571722" cy="5086092"/>
          </a:xfrm>
        </p:spPr>
        <p:txBody>
          <a:bodyPr>
            <a:normAutofit/>
          </a:bodyPr>
          <a:lstStyle/>
          <a:p>
            <a:pPr marL="0" indent="0">
              <a:spcBef>
                <a:spcPts val="2500"/>
              </a:spcBef>
              <a:buFont typeface="Arial" panose="020B0604020202020204" pitchFamily="34" charset="0"/>
              <a:buNone/>
            </a:pPr>
            <a:r>
              <a:rPr lang="en-US" b="1" dirty="0" err="1"/>
              <a:t>Flexibilidad</a:t>
            </a:r>
            <a:r>
              <a:rPr lang="en-US" b="1" dirty="0"/>
              <a:t> </a:t>
            </a:r>
            <a:r>
              <a:rPr lang="en-US" b="1" dirty="0" err="1"/>
              <a:t>en</a:t>
            </a:r>
            <a:r>
              <a:rPr lang="en-US" b="1" dirty="0"/>
              <a:t> </a:t>
            </a:r>
            <a:r>
              <a:rPr lang="en-US" b="1" dirty="0" err="1"/>
              <a:t>creación</a:t>
            </a:r>
            <a:r>
              <a:rPr lang="en-US" b="1" dirty="0"/>
              <a:t> de </a:t>
            </a:r>
            <a:r>
              <a:rPr lang="en-US" b="1" dirty="0" err="1"/>
              <a:t>objetos</a:t>
            </a:r>
            <a:endParaRPr lang="en-US" b="1" dirty="0"/>
          </a:p>
          <a:p>
            <a:pPr marL="0" lvl="1" indent="0">
              <a:buFont typeface="Arial" panose="020B0604020202020204" pitchFamily="34" charset="0"/>
              <a:buNone/>
            </a:pPr>
            <a:r>
              <a:rPr lang="en-US" dirty="0"/>
              <a:t>La </a:t>
            </a:r>
            <a:r>
              <a:rPr lang="en-US" dirty="0" err="1"/>
              <a:t>sobrecarga</a:t>
            </a:r>
            <a:r>
              <a:rPr lang="en-US" dirty="0"/>
              <a:t> </a:t>
            </a:r>
            <a:r>
              <a:rPr lang="en-US" dirty="0" err="1"/>
              <a:t>permite</a:t>
            </a:r>
            <a:r>
              <a:rPr lang="en-US" dirty="0"/>
              <a:t> </a:t>
            </a:r>
            <a:r>
              <a:rPr lang="en-US" dirty="0" err="1"/>
              <a:t>crear</a:t>
            </a:r>
            <a:r>
              <a:rPr lang="en-US" dirty="0"/>
              <a:t> </a:t>
            </a:r>
            <a:r>
              <a:rPr lang="en-US" dirty="0" err="1"/>
              <a:t>objetos</a:t>
            </a:r>
            <a:r>
              <a:rPr lang="en-US" dirty="0"/>
              <a:t> con </a:t>
            </a:r>
            <a:r>
              <a:rPr lang="en-US" dirty="0" err="1"/>
              <a:t>diferentes</a:t>
            </a:r>
            <a:r>
              <a:rPr lang="en-US" dirty="0"/>
              <a:t> </a:t>
            </a:r>
            <a:r>
              <a:rPr lang="en-US" dirty="0" err="1"/>
              <a:t>datos</a:t>
            </a:r>
            <a:r>
              <a:rPr lang="en-US" dirty="0"/>
              <a:t> </a:t>
            </a:r>
            <a:r>
              <a:rPr lang="en-US" dirty="0" err="1"/>
              <a:t>según</a:t>
            </a:r>
            <a:r>
              <a:rPr lang="en-US" dirty="0"/>
              <a:t> </a:t>
            </a:r>
            <a:r>
              <a:rPr lang="en-US" dirty="0" err="1"/>
              <a:t>el</a:t>
            </a:r>
            <a:r>
              <a:rPr lang="en-US" dirty="0"/>
              <a:t> </a:t>
            </a:r>
            <a:r>
              <a:rPr lang="en-US" dirty="0" err="1"/>
              <a:t>contexto</a:t>
            </a:r>
            <a:r>
              <a:rPr lang="en-US" dirty="0"/>
              <a:t>, </a:t>
            </a:r>
            <a:r>
              <a:rPr lang="en-US" dirty="0" err="1"/>
              <a:t>adaptándose</a:t>
            </a:r>
            <a:r>
              <a:rPr lang="en-US" dirty="0"/>
              <a:t> a </a:t>
            </a:r>
            <a:r>
              <a:rPr lang="en-US" dirty="0" err="1"/>
              <a:t>diversas</a:t>
            </a:r>
            <a:r>
              <a:rPr lang="en-US" dirty="0"/>
              <a:t> </a:t>
            </a:r>
            <a:r>
              <a:rPr lang="en-US" dirty="0" err="1"/>
              <a:t>necesidades</a:t>
            </a:r>
            <a:r>
              <a:rPr lang="en-US" dirty="0"/>
              <a:t>.</a:t>
            </a:r>
          </a:p>
          <a:p>
            <a:pPr marL="0" indent="0">
              <a:spcBef>
                <a:spcPts val="2500"/>
              </a:spcBef>
              <a:buFont typeface="Arial" panose="020B0604020202020204" pitchFamily="34" charset="0"/>
              <a:buNone/>
            </a:pPr>
            <a:r>
              <a:rPr lang="en-US" b="1" dirty="0" err="1"/>
              <a:t>Mejora</a:t>
            </a:r>
            <a:r>
              <a:rPr lang="en-US" b="1" dirty="0"/>
              <a:t> de </a:t>
            </a:r>
            <a:r>
              <a:rPr lang="en-US" b="1" dirty="0" err="1"/>
              <a:t>legibilidad</a:t>
            </a:r>
            <a:r>
              <a:rPr lang="en-US" b="1" dirty="0"/>
              <a:t> y </a:t>
            </a:r>
            <a:r>
              <a:rPr lang="en-US" b="1" dirty="0" err="1"/>
              <a:t>usabilidad</a:t>
            </a:r>
            <a:endParaRPr lang="en-US" b="1" dirty="0"/>
          </a:p>
          <a:p>
            <a:pPr marL="0" lvl="1" indent="0">
              <a:buFont typeface="Arial" panose="020B0604020202020204" pitchFamily="34" charset="0"/>
              <a:buNone/>
            </a:pPr>
            <a:r>
              <a:rPr lang="en-US" dirty="0"/>
              <a:t>El </a:t>
            </a:r>
            <a:r>
              <a:rPr lang="en-US" dirty="0" err="1"/>
              <a:t>código</a:t>
            </a:r>
            <a:r>
              <a:rPr lang="en-US" dirty="0"/>
              <a:t> es </a:t>
            </a:r>
            <a:r>
              <a:rPr lang="en-US" dirty="0" err="1"/>
              <a:t>más</a:t>
            </a:r>
            <a:r>
              <a:rPr lang="en-US" dirty="0"/>
              <a:t> claro y </a:t>
            </a:r>
            <a:r>
              <a:rPr lang="en-US" dirty="0" err="1"/>
              <a:t>expresivo</a:t>
            </a:r>
            <a:r>
              <a:rPr lang="en-US" dirty="0"/>
              <a:t>, </a:t>
            </a:r>
            <a:r>
              <a:rPr lang="en-US" dirty="0" err="1"/>
              <a:t>haciendo</a:t>
            </a:r>
            <a:r>
              <a:rPr lang="en-US" dirty="0"/>
              <a:t> </a:t>
            </a:r>
            <a:r>
              <a:rPr lang="en-US" dirty="0" err="1"/>
              <a:t>explícitas</a:t>
            </a:r>
            <a:r>
              <a:rPr lang="en-US" dirty="0"/>
              <a:t> las </a:t>
            </a:r>
            <a:r>
              <a:rPr lang="en-US" dirty="0" err="1"/>
              <a:t>intenciones</a:t>
            </a:r>
            <a:r>
              <a:rPr lang="en-US" dirty="0"/>
              <a:t> al </a:t>
            </a:r>
            <a:r>
              <a:rPr lang="en-US" dirty="0" err="1"/>
              <a:t>crear</a:t>
            </a:r>
            <a:r>
              <a:rPr lang="en-US" dirty="0"/>
              <a:t> </a:t>
            </a:r>
            <a:r>
              <a:rPr lang="en-US" dirty="0" err="1"/>
              <a:t>objetos</a:t>
            </a:r>
            <a:r>
              <a:rPr lang="en-US" dirty="0"/>
              <a:t> con </a:t>
            </a:r>
            <a:r>
              <a:rPr lang="en-US" dirty="0" err="1"/>
              <a:t>distintos</a:t>
            </a:r>
            <a:r>
              <a:rPr lang="en-US" dirty="0"/>
              <a:t> </a:t>
            </a:r>
            <a:r>
              <a:rPr lang="en-US" dirty="0" err="1"/>
              <a:t>constructores</a:t>
            </a:r>
            <a:r>
              <a:rPr lang="en-US" dirty="0"/>
              <a:t>.</a:t>
            </a:r>
          </a:p>
          <a:p>
            <a:pPr marL="0" indent="0">
              <a:spcBef>
                <a:spcPts val="2500"/>
              </a:spcBef>
              <a:buFont typeface="Arial" panose="020B0604020202020204" pitchFamily="34" charset="0"/>
              <a:buNone/>
            </a:pPr>
            <a:r>
              <a:rPr lang="en-US" b="1" dirty="0" err="1"/>
              <a:t>Reutilización</a:t>
            </a:r>
            <a:r>
              <a:rPr lang="en-US" b="1" dirty="0"/>
              <a:t> y </a:t>
            </a:r>
            <a:r>
              <a:rPr lang="en-US" b="1" dirty="0" err="1"/>
              <a:t>mantenimiento</a:t>
            </a:r>
            <a:endParaRPr lang="en-US" b="1" dirty="0"/>
          </a:p>
          <a:p>
            <a:pPr marL="0" lvl="1" indent="0">
              <a:buFont typeface="Arial" panose="020B0604020202020204" pitchFamily="34" charset="0"/>
              <a:buNone/>
            </a:pPr>
            <a:r>
              <a:rPr lang="en-US" dirty="0"/>
              <a:t>Usar this() </a:t>
            </a:r>
            <a:r>
              <a:rPr lang="en-US" dirty="0" err="1"/>
              <a:t>facilita</a:t>
            </a:r>
            <a:r>
              <a:rPr lang="en-US" dirty="0"/>
              <a:t> </a:t>
            </a:r>
            <a:r>
              <a:rPr lang="en-US" dirty="0" err="1"/>
              <a:t>reutilizar</a:t>
            </a:r>
            <a:r>
              <a:rPr lang="en-US" dirty="0"/>
              <a:t> </a:t>
            </a:r>
            <a:r>
              <a:rPr lang="en-US" dirty="0" err="1"/>
              <a:t>código</a:t>
            </a:r>
            <a:r>
              <a:rPr lang="en-US" dirty="0"/>
              <a:t> y </a:t>
            </a:r>
            <a:r>
              <a:rPr lang="en-US" dirty="0" err="1"/>
              <a:t>centralizar</a:t>
            </a:r>
            <a:r>
              <a:rPr lang="en-US" dirty="0"/>
              <a:t> la </a:t>
            </a:r>
            <a:r>
              <a:rPr lang="en-US" dirty="0" err="1"/>
              <a:t>lógica</a:t>
            </a:r>
            <a:r>
              <a:rPr lang="en-US" dirty="0"/>
              <a:t>, </a:t>
            </a:r>
            <a:r>
              <a:rPr lang="en-US" dirty="0" err="1"/>
              <a:t>mejorando</a:t>
            </a:r>
            <a:r>
              <a:rPr lang="en-US" dirty="0"/>
              <a:t> la </a:t>
            </a:r>
            <a:r>
              <a:rPr lang="en-US" dirty="0" err="1"/>
              <a:t>robustez</a:t>
            </a:r>
            <a:r>
              <a:rPr lang="en-US" dirty="0"/>
              <a:t> y </a:t>
            </a:r>
            <a:r>
              <a:rPr lang="en-US" dirty="0" err="1"/>
              <a:t>mantenimiento</a:t>
            </a:r>
            <a:r>
              <a:rPr lang="en-US" dirty="0"/>
              <a:t> del software.</a:t>
            </a:r>
          </a:p>
          <a:p>
            <a:pPr marL="0" lvl="1" indent="0">
              <a:buFont typeface="Arial" panose="020B0604020202020204" pitchFamily="34" charset="0"/>
              <a:buNone/>
            </a:pPr>
            <a:endParaRPr lang="en-US" dirty="0"/>
          </a:p>
          <a:p>
            <a:pPr marL="0" lvl="1" indent="0">
              <a:buFont typeface="Arial" panose="020B0604020202020204" pitchFamily="34" charset="0"/>
              <a:buNone/>
            </a:pPr>
            <a:r>
              <a:rPr lang="en-US" b="1" dirty="0" err="1"/>
              <a:t>Ejemplos</a:t>
            </a:r>
            <a:r>
              <a:rPr lang="en-US" b="1" dirty="0"/>
              <a:t>:</a:t>
            </a:r>
          </a:p>
          <a:p>
            <a:pPr marL="0" lvl="1" indent="0">
              <a:buFont typeface="Arial" panose="020B0604020202020204" pitchFamily="34" charset="0"/>
              <a:buNone/>
            </a:pPr>
            <a:r>
              <a:rPr lang="en-US" b="1" u="sng" dirty="0"/>
              <a:t>Sin </a:t>
            </a:r>
            <a:r>
              <a:rPr lang="en-US" b="1" u="sng" dirty="0" err="1"/>
              <a:t>sobrecarga</a:t>
            </a:r>
            <a:endParaRPr lang="en-US" b="1" u="sng" dirty="0"/>
          </a:p>
          <a:p>
            <a:pPr marL="0" indent="0">
              <a:buNone/>
            </a:pPr>
            <a:r>
              <a:rPr lang="es-MX" dirty="0" err="1"/>
              <a:t>UsuarioSistema</a:t>
            </a:r>
            <a:r>
              <a:rPr lang="es-MX" dirty="0"/>
              <a:t> u = new </a:t>
            </a:r>
            <a:r>
              <a:rPr lang="es-MX" dirty="0" err="1"/>
              <a:t>UsuarioSistema</a:t>
            </a:r>
            <a:r>
              <a:rPr lang="es-MX" dirty="0"/>
              <a:t>();</a:t>
            </a:r>
          </a:p>
          <a:p>
            <a:pPr marL="0" indent="0">
              <a:buNone/>
            </a:pPr>
            <a:r>
              <a:rPr lang="es-MX" dirty="0" err="1"/>
              <a:t>u.nombre</a:t>
            </a:r>
            <a:r>
              <a:rPr lang="es-MX" dirty="0"/>
              <a:t> = "Juan";</a:t>
            </a:r>
          </a:p>
          <a:p>
            <a:pPr marL="0" indent="0">
              <a:buNone/>
            </a:pPr>
            <a:r>
              <a:rPr lang="es-MX" b="1" u="sng" dirty="0"/>
              <a:t>Con sobrecarga</a:t>
            </a:r>
          </a:p>
          <a:p>
            <a:pPr marL="0" indent="0">
              <a:buNone/>
            </a:pPr>
            <a:r>
              <a:rPr lang="es-MX" dirty="0" err="1"/>
              <a:t>UsuarioSistema</a:t>
            </a:r>
            <a:r>
              <a:rPr lang="es-MX" dirty="0"/>
              <a:t> u = new </a:t>
            </a:r>
            <a:r>
              <a:rPr lang="es-MX" dirty="0" err="1"/>
              <a:t>UsuarioSistema</a:t>
            </a:r>
            <a:r>
              <a:rPr lang="es-MX" dirty="0"/>
              <a:t>("Juan");</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19325037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7007E-0FAF-B431-3605-67F7FAEDB28D}"/>
              </a:ext>
            </a:extLst>
          </p:cNvPr>
          <p:cNvSpPr>
            <a:spLocks noGrp="1"/>
          </p:cNvSpPr>
          <p:nvPr>
            <p:ph type="title"/>
          </p:nvPr>
        </p:nvSpPr>
        <p:spPr>
          <a:xfrm>
            <a:off x="4632163" y="699008"/>
            <a:ext cx="7026437" cy="731520"/>
          </a:xfrm>
        </p:spPr>
        <p:txBody>
          <a:bodyPr anchor="t">
            <a:noAutofit/>
          </a:bodyPr>
          <a:lstStyle/>
          <a:p>
            <a:pPr algn="ctr"/>
            <a:r>
              <a:rPr lang="en-US" sz="2800" dirty="0" err="1">
                <a:latin typeface="Calibri" panose="020F0502020204030204" pitchFamily="34" charset="0"/>
                <a:ea typeface="Calibri" panose="020F0502020204030204" pitchFamily="34" charset="0"/>
                <a:cs typeface="Calibri" panose="020F0502020204030204" pitchFamily="34" charset="0"/>
              </a:rPr>
              <a:t>Errores</a:t>
            </a: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dirty="0" err="1">
                <a:latin typeface="Calibri" panose="020F0502020204030204" pitchFamily="34" charset="0"/>
                <a:ea typeface="Calibri" panose="020F0502020204030204" pitchFamily="34" charset="0"/>
                <a:cs typeface="Calibri" panose="020F0502020204030204" pitchFamily="34" charset="0"/>
              </a:rPr>
              <a:t>comunes</a:t>
            </a:r>
            <a:r>
              <a:rPr lang="en-US" sz="2800" dirty="0">
                <a:latin typeface="Calibri" panose="020F0502020204030204" pitchFamily="34" charset="0"/>
                <a:ea typeface="Calibri" panose="020F0502020204030204" pitchFamily="34" charset="0"/>
                <a:cs typeface="Calibri" panose="020F0502020204030204" pitchFamily="34" charset="0"/>
              </a:rPr>
              <a:t> al </a:t>
            </a:r>
            <a:r>
              <a:rPr lang="en-US" sz="2800" dirty="0" err="1">
                <a:latin typeface="Calibri" panose="020F0502020204030204" pitchFamily="34" charset="0"/>
                <a:ea typeface="Calibri" panose="020F0502020204030204" pitchFamily="34" charset="0"/>
                <a:cs typeface="Calibri" panose="020F0502020204030204" pitchFamily="34" charset="0"/>
              </a:rPr>
              <a:t>trabajar</a:t>
            </a:r>
            <a:r>
              <a:rPr lang="en-US" sz="2800" dirty="0">
                <a:latin typeface="Calibri" panose="020F0502020204030204" pitchFamily="34" charset="0"/>
                <a:ea typeface="Calibri" panose="020F0502020204030204" pitchFamily="34" charset="0"/>
                <a:cs typeface="Calibri" panose="020F0502020204030204" pitchFamily="34" charset="0"/>
              </a:rPr>
              <a:t> con </a:t>
            </a:r>
            <a:r>
              <a:rPr lang="en-US" sz="2800" dirty="0" err="1">
                <a:latin typeface="Calibri" panose="020F0502020204030204" pitchFamily="34" charset="0"/>
                <a:ea typeface="Calibri" panose="020F0502020204030204" pitchFamily="34" charset="0"/>
                <a:cs typeface="Calibri" panose="020F0502020204030204" pitchFamily="34" charset="0"/>
              </a:rPr>
              <a:t>constructores</a:t>
            </a: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dirty="0" err="1">
                <a:latin typeface="Calibri" panose="020F0502020204030204" pitchFamily="34" charset="0"/>
                <a:ea typeface="Calibri" panose="020F0502020204030204" pitchFamily="34" charset="0"/>
                <a:cs typeface="Calibri" panose="020F0502020204030204" pitchFamily="34" charset="0"/>
              </a:rPr>
              <a:t>sobrecargados</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Content Placeholder 4" descr="Un programador está depurando su código (el código se refleja horizontalmente)&#10;&#10;Ver más archivos similar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 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tamaño=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919096D3-B83E-4125-AEC2-816E90AAA1AE}"/>
              </a:ext>
            </a:extLst>
          </p:cNvPr>
          <p:cNvPicPr>
            <a:picLocks noGrp="1" noChangeAspect="1"/>
          </p:cNvPicPr>
          <p:nvPr>
            <p:ph type="pic" sz="quarter" idx="13"/>
          </p:nvPr>
        </p:nvPicPr>
        <p:blipFill>
          <a:blip r:embed="rId3"/>
          <a:srcRect l="45919" r="15167" b="-2"/>
          <a:stretch>
            <a:fillRect/>
          </a:stretch>
        </p:blipFill>
        <p:spPr>
          <a:xfrm>
            <a:off x="20" y="1"/>
            <a:ext cx="3998113" cy="6858000"/>
          </a:xfrm>
        </p:spPr>
      </p:pic>
      <p:sp>
        <p:nvSpPr>
          <p:cNvPr id="4" name="Content Placeholder 3">
            <a:extLst>
              <a:ext uri="{FF2B5EF4-FFF2-40B4-BE49-F238E27FC236}">
                <a16:creationId xmlns:a16="http://schemas.microsoft.com/office/drawing/2014/main" id="{940A6477-032B-035A-1ACB-F3EE184B52B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2168" y="1602172"/>
            <a:ext cx="7026432" cy="5191820"/>
          </a:xfrm>
        </p:spPr>
        <p:txBody>
          <a:bodyPr>
            <a:normAutofit/>
          </a:bodyPr>
          <a:lstStyle/>
          <a:p>
            <a:pPr marL="0" indent="0">
              <a:spcBef>
                <a:spcPts val="2500"/>
              </a:spcBef>
              <a:buFont typeface="Arial" panose="020B0604020202020204" pitchFamily="34" charset="0"/>
              <a:buNone/>
            </a:pPr>
            <a:r>
              <a:rPr lang="en-US" b="1" dirty="0" err="1">
                <a:latin typeface="Calibri" panose="020F0502020204030204" pitchFamily="34" charset="0"/>
                <a:ea typeface="Calibri" panose="020F0502020204030204" pitchFamily="34" charset="0"/>
                <a:cs typeface="Calibri" panose="020F0502020204030204" pitchFamily="34" charset="0"/>
              </a:rPr>
              <a:t>Parámetros</a:t>
            </a:r>
            <a:r>
              <a:rPr lang="en-US" b="1" dirty="0">
                <a:latin typeface="Calibri" panose="020F0502020204030204" pitchFamily="34" charset="0"/>
                <a:ea typeface="Calibri" panose="020F0502020204030204" pitchFamily="34" charset="0"/>
                <a:cs typeface="Calibri" panose="020F0502020204030204" pitchFamily="34" charset="0"/>
              </a:rPr>
              <a:t> y </a:t>
            </a:r>
            <a:r>
              <a:rPr lang="en-US" b="1" dirty="0" err="1">
                <a:latin typeface="Calibri" panose="020F0502020204030204" pitchFamily="34" charset="0"/>
                <a:ea typeface="Calibri" panose="020F0502020204030204" pitchFamily="34" charset="0"/>
                <a:cs typeface="Calibri" panose="020F0502020204030204" pitchFamily="34" charset="0"/>
              </a:rPr>
              <a:t>sobrecarga</a:t>
            </a:r>
            <a:endParaRPr lang="en-US" b="1" dirty="0">
              <a:latin typeface="Calibri" panose="020F0502020204030204" pitchFamily="34" charset="0"/>
              <a:ea typeface="Calibri" panose="020F0502020204030204" pitchFamily="34" charset="0"/>
              <a:cs typeface="Calibri" panose="020F0502020204030204" pitchFamily="34" charset="0"/>
            </a:endParaRPr>
          </a:p>
          <a:p>
            <a:pPr marL="0" lvl="1" indent="0">
              <a:buNone/>
            </a:pPr>
            <a:r>
              <a:rPr lang="en-US" dirty="0">
                <a:latin typeface="Calibri" panose="020F0502020204030204" pitchFamily="34" charset="0"/>
                <a:ea typeface="Calibri" panose="020F0502020204030204" pitchFamily="34" charset="0"/>
                <a:cs typeface="Calibri" panose="020F0502020204030204" pitchFamily="34" charset="0"/>
              </a:rPr>
              <a:t>No se </a:t>
            </a:r>
            <a:r>
              <a:rPr lang="en-US" dirty="0" err="1">
                <a:latin typeface="Calibri" panose="020F0502020204030204" pitchFamily="34" charset="0"/>
                <a:ea typeface="Calibri" panose="020F0502020204030204" pitchFamily="34" charset="0"/>
                <a:cs typeface="Calibri" panose="020F0502020204030204" pitchFamily="34" charset="0"/>
              </a:rPr>
              <a:t>puede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diferenciar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constructores</a:t>
            </a:r>
            <a:r>
              <a:rPr lang="en-US" dirty="0">
                <a:latin typeface="Calibri" panose="020F0502020204030204" pitchFamily="34" charset="0"/>
                <a:ea typeface="Calibri" panose="020F0502020204030204" pitchFamily="34" charset="0"/>
                <a:cs typeface="Calibri" panose="020F0502020204030204" pitchFamily="34" charset="0"/>
              </a:rPr>
              <a:t> solo </a:t>
            </a:r>
            <a:r>
              <a:rPr lang="en-US" dirty="0" err="1">
                <a:latin typeface="Calibri" panose="020F0502020204030204" pitchFamily="34" charset="0"/>
                <a:ea typeface="Calibri" panose="020F0502020204030204" pitchFamily="34" charset="0"/>
                <a:cs typeface="Calibri" panose="020F0502020204030204" pitchFamily="34" charset="0"/>
              </a:rPr>
              <a:t>por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nombre</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los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parámetros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en</a:t>
            </a:r>
            <a:r>
              <a:rPr lang="en-US" dirty="0">
                <a:latin typeface="Calibri" panose="020F0502020204030204" pitchFamily="34" charset="0"/>
                <a:ea typeface="Calibri" panose="020F0502020204030204" pitchFamily="34" charset="0"/>
                <a:cs typeface="Calibri" panose="020F0502020204030204" pitchFamily="34" charset="0"/>
              </a:rPr>
              <a:t> Java (</a:t>
            </a:r>
            <a:r>
              <a:rPr lang="es-MX" dirty="0">
                <a:latin typeface="Calibri" panose="020F0502020204030204" pitchFamily="34" charset="0"/>
                <a:ea typeface="Calibri" panose="020F0502020204030204" pitchFamily="34" charset="0"/>
                <a:cs typeface="Calibri" panose="020F0502020204030204" pitchFamily="34" charset="0"/>
              </a:rPr>
              <a:t>no importa el nombre del parámetro, lo que importa es el tipo y cantidad</a:t>
            </a:r>
            <a:r>
              <a:rPr lang="en-US" dirty="0">
                <a:latin typeface="Calibri" panose="020F0502020204030204" pitchFamily="34" charset="0"/>
                <a:ea typeface="Calibri" panose="020F0502020204030204" pitchFamily="34" charset="0"/>
                <a:cs typeface="Calibri" panose="020F0502020204030204" pitchFamily="34" charset="0"/>
              </a:rPr>
              <a:t>), causa </a:t>
            </a:r>
            <a:r>
              <a:rPr lang="en-US" dirty="0" err="1">
                <a:latin typeface="Calibri" panose="020F0502020204030204" pitchFamily="34" charset="0"/>
                <a:ea typeface="Calibri" panose="020F0502020204030204" pitchFamily="34" charset="0"/>
                <a:cs typeface="Calibri" panose="020F0502020204030204" pitchFamily="34" charset="0"/>
              </a:rPr>
              <a:t>errores</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comunes</a:t>
            </a:r>
            <a:r>
              <a:rPr lang="en-US" dirty="0">
                <a:latin typeface="Calibri" panose="020F0502020204030204" pitchFamily="34" charset="0"/>
                <a:ea typeface="Calibri" panose="020F0502020204030204" pitchFamily="34" charset="0"/>
                <a:cs typeface="Calibri" panose="020F0502020204030204" pitchFamily="34" charset="0"/>
              </a:rPr>
              <a:t>. </a:t>
            </a:r>
          </a:p>
          <a:p>
            <a:pPr marL="0" lvl="1"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lvl="1" indent="0">
              <a:buNone/>
            </a:pPr>
            <a:r>
              <a:rPr lang="en-US" b="1" dirty="0" err="1">
                <a:latin typeface="Calibri" panose="020F0502020204030204" pitchFamily="34" charset="0"/>
                <a:ea typeface="Calibri" panose="020F0502020204030204" pitchFamily="34" charset="0"/>
                <a:cs typeface="Calibri" panose="020F0502020204030204" pitchFamily="34" charset="0"/>
              </a:rPr>
              <a:t>Ejemplo</a:t>
            </a:r>
            <a:r>
              <a:rPr lang="en-US" b="1" dirty="0">
                <a:latin typeface="Calibri" panose="020F0502020204030204" pitchFamily="34" charset="0"/>
                <a:ea typeface="Calibri" panose="020F0502020204030204" pitchFamily="34" charset="0"/>
                <a:cs typeface="Calibri" panose="020F0502020204030204" pitchFamily="34" charset="0"/>
              </a:rPr>
              <a:t>:</a:t>
            </a:r>
          </a:p>
          <a:p>
            <a:pPr marL="0" lvl="1" indent="0">
              <a:buNone/>
            </a:pPr>
            <a:r>
              <a:rPr lang="en-US" dirty="0">
                <a:latin typeface="Calibri" panose="020F0502020204030204" pitchFamily="34" charset="0"/>
                <a:ea typeface="Calibri" panose="020F0502020204030204" pitchFamily="34" charset="0"/>
                <a:cs typeface="Calibri" panose="020F0502020204030204" pitchFamily="34" charset="0"/>
              </a:rPr>
              <a:t>public </a:t>
            </a:r>
            <a:r>
              <a:rPr lang="en-US" dirty="0" err="1">
                <a:latin typeface="Calibri" panose="020F0502020204030204" pitchFamily="34" charset="0"/>
                <a:ea typeface="Calibri" panose="020F0502020204030204" pitchFamily="34" charset="0"/>
                <a:cs typeface="Calibri" panose="020F0502020204030204" pitchFamily="34" charset="0"/>
              </a:rPr>
              <a:t>UsuarioSistema</a:t>
            </a:r>
            <a:r>
              <a:rPr lang="en-US" dirty="0">
                <a:latin typeface="Calibri" panose="020F0502020204030204" pitchFamily="34" charset="0"/>
                <a:ea typeface="Calibri" panose="020F0502020204030204" pitchFamily="34" charset="0"/>
                <a:cs typeface="Calibri" panose="020F0502020204030204" pitchFamily="34" charset="0"/>
              </a:rPr>
              <a:t>(String </a:t>
            </a:r>
            <a:r>
              <a:rPr lang="en-US" dirty="0" err="1">
                <a:latin typeface="Calibri" panose="020F0502020204030204" pitchFamily="34" charset="0"/>
                <a:ea typeface="Calibri" panose="020F0502020204030204" pitchFamily="34" charset="0"/>
                <a:cs typeface="Calibri" panose="020F0502020204030204" pitchFamily="34" charset="0"/>
              </a:rPr>
              <a:t>nombre</a:t>
            </a:r>
            <a:r>
              <a:rPr lang="en-US" dirty="0">
                <a:latin typeface="Calibri" panose="020F0502020204030204" pitchFamily="34" charset="0"/>
                <a:ea typeface="Calibri" panose="020F0502020204030204" pitchFamily="34" charset="0"/>
                <a:cs typeface="Calibri" panose="020F0502020204030204" pitchFamily="34" charset="0"/>
              </a:rPr>
              <a:t>) {}</a:t>
            </a:r>
          </a:p>
          <a:p>
            <a:pPr marL="0" lvl="1" indent="0">
              <a:buNone/>
            </a:pPr>
            <a:r>
              <a:rPr lang="en-US" dirty="0">
                <a:latin typeface="Calibri" panose="020F0502020204030204" pitchFamily="34" charset="0"/>
                <a:ea typeface="Calibri" panose="020F0502020204030204" pitchFamily="34" charset="0"/>
                <a:cs typeface="Calibri" panose="020F0502020204030204" pitchFamily="34" charset="0"/>
              </a:rPr>
              <a:t>public </a:t>
            </a:r>
            <a:r>
              <a:rPr lang="en-US" dirty="0" err="1">
                <a:latin typeface="Calibri" panose="020F0502020204030204" pitchFamily="34" charset="0"/>
                <a:ea typeface="Calibri" panose="020F0502020204030204" pitchFamily="34" charset="0"/>
                <a:cs typeface="Calibri" panose="020F0502020204030204" pitchFamily="34" charset="0"/>
              </a:rPr>
              <a:t>UsuarioSistema</a:t>
            </a:r>
            <a:r>
              <a:rPr lang="en-US" dirty="0">
                <a:latin typeface="Calibri" panose="020F0502020204030204" pitchFamily="34" charset="0"/>
                <a:ea typeface="Calibri" panose="020F0502020204030204" pitchFamily="34" charset="0"/>
                <a:cs typeface="Calibri" panose="020F0502020204030204" pitchFamily="34" charset="0"/>
              </a:rPr>
              <a:t>(String </a:t>
            </a:r>
            <a:r>
              <a:rPr lang="en-US" dirty="0" err="1">
                <a:latin typeface="Calibri" panose="020F0502020204030204" pitchFamily="34" charset="0"/>
                <a:ea typeface="Calibri" panose="020F0502020204030204" pitchFamily="34" charset="0"/>
                <a:cs typeface="Calibri" panose="020F0502020204030204" pitchFamily="34" charset="0"/>
              </a:rPr>
              <a:t>nombre</a:t>
            </a:r>
            <a:r>
              <a:rPr lang="en-US" dirty="0">
                <a:latin typeface="Calibri" panose="020F0502020204030204" pitchFamily="34" charset="0"/>
                <a:ea typeface="Calibri" panose="020F0502020204030204" pitchFamily="34" charset="0"/>
                <a:cs typeface="Calibri" panose="020F0502020204030204" pitchFamily="34" charset="0"/>
              </a:rPr>
              <a:t>) {} // ❌ ERROR</a:t>
            </a: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Tipo de </a:t>
            </a:r>
            <a:r>
              <a:rPr lang="en-US" b="1" dirty="0" err="1">
                <a:latin typeface="Calibri" panose="020F0502020204030204" pitchFamily="34" charset="0"/>
                <a:ea typeface="Calibri" panose="020F0502020204030204" pitchFamily="34" charset="0"/>
                <a:cs typeface="Calibri" panose="020F0502020204030204" pitchFamily="34" charset="0"/>
              </a:rPr>
              <a:t>retorno</a:t>
            </a:r>
            <a:r>
              <a:rPr lang="en-US" b="1" dirty="0">
                <a:latin typeface="Calibri" panose="020F0502020204030204" pitchFamily="34" charset="0"/>
                <a:ea typeface="Calibri" panose="020F0502020204030204" pitchFamily="34" charset="0"/>
                <a:cs typeface="Calibri" panose="020F0502020204030204" pitchFamily="34" charset="0"/>
              </a:rPr>
              <a:t> </a:t>
            </a:r>
            <a:r>
              <a:rPr lang="en-US" b="1" dirty="0" err="1">
                <a:latin typeface="Calibri" panose="020F0502020204030204" pitchFamily="34" charset="0"/>
                <a:ea typeface="Calibri" panose="020F0502020204030204" pitchFamily="34" charset="0"/>
                <a:cs typeface="Calibri" panose="020F0502020204030204" pitchFamily="34" charset="0"/>
              </a:rPr>
              <a:t>inválido</a:t>
            </a:r>
            <a:r>
              <a:rPr lang="en-US" b="1" dirty="0">
                <a:latin typeface="Calibri" panose="020F0502020204030204" pitchFamily="34" charset="0"/>
                <a:ea typeface="Calibri" panose="020F0502020204030204" pitchFamily="34" charset="0"/>
                <a:cs typeface="Calibri" panose="020F0502020204030204" pitchFamily="34" charset="0"/>
              </a:rPr>
              <a:t>	</a:t>
            </a: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Cambiar solo </a:t>
            </a:r>
            <a:r>
              <a:rPr lang="en-US" dirty="0" err="1">
                <a:latin typeface="Calibri" panose="020F0502020204030204" pitchFamily="34" charset="0"/>
                <a:ea typeface="Calibri" panose="020F0502020204030204" pitchFamily="34" charset="0"/>
                <a:cs typeface="Calibri" panose="020F0502020204030204" pitchFamily="34" charset="0"/>
              </a:rPr>
              <a:t>el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tipo</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retorno</a:t>
            </a:r>
            <a:r>
              <a:rPr lang="en-US" dirty="0">
                <a:latin typeface="Calibri" panose="020F0502020204030204" pitchFamily="34" charset="0"/>
                <a:ea typeface="Calibri" panose="020F0502020204030204" pitchFamily="34" charset="0"/>
                <a:cs typeface="Calibri" panose="020F0502020204030204" pitchFamily="34" charset="0"/>
              </a:rPr>
              <a:t> no </a:t>
            </a:r>
            <a:r>
              <a:rPr lang="en-US" dirty="0" err="1">
                <a:latin typeface="Calibri" panose="020F0502020204030204" pitchFamily="34" charset="0"/>
                <a:ea typeface="Calibri" panose="020F0502020204030204" pitchFamily="34" charset="0"/>
                <a:cs typeface="Calibri" panose="020F0502020204030204" pitchFamily="34" charset="0"/>
              </a:rPr>
              <a:t>sobrecarga</a:t>
            </a:r>
            <a:r>
              <a:rPr lang="en-US" dirty="0">
                <a:latin typeface="Calibri" panose="020F0502020204030204" pitchFamily="34" charset="0"/>
                <a:ea typeface="Calibri" panose="020F0502020204030204" pitchFamily="34" charset="0"/>
                <a:cs typeface="Calibri" panose="020F0502020204030204" pitchFamily="34" charset="0"/>
              </a:rPr>
              <a:t> un constructor, </a:t>
            </a:r>
            <a:r>
              <a:rPr lang="en-US" dirty="0" err="1">
                <a:latin typeface="Calibri" panose="020F0502020204030204" pitchFamily="34" charset="0"/>
                <a:ea typeface="Calibri" panose="020F0502020204030204" pitchFamily="34" charset="0"/>
                <a:cs typeface="Calibri" panose="020F0502020204030204" pitchFamily="34" charset="0"/>
              </a:rPr>
              <a:t>ya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que</a:t>
            </a:r>
            <a:r>
              <a:rPr lang="en-US" dirty="0">
                <a:latin typeface="Calibri" panose="020F0502020204030204" pitchFamily="34" charset="0"/>
                <a:ea typeface="Calibri" panose="020F0502020204030204" pitchFamily="34" charset="0"/>
                <a:cs typeface="Calibri" panose="020F0502020204030204" pitchFamily="34" charset="0"/>
              </a:rPr>
              <a:t> no </a:t>
            </a:r>
            <a:r>
              <a:rPr lang="en-US" dirty="0" err="1">
                <a:latin typeface="Calibri" panose="020F0502020204030204" pitchFamily="34" charset="0"/>
                <a:ea typeface="Calibri" panose="020F0502020204030204" pitchFamily="34" charset="0"/>
                <a:cs typeface="Calibri" panose="020F0502020204030204" pitchFamily="34" charset="0"/>
              </a:rPr>
              <a:t>tienen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retorno</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definido</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spcBef>
                <a:spcPts val="2500"/>
              </a:spcBef>
              <a:buFont typeface="Arial" panose="020B0604020202020204" pitchFamily="34" charset="0"/>
              <a:buNone/>
            </a:pPr>
            <a:r>
              <a:rPr lang="en-US" b="1" dirty="0">
                <a:latin typeface="Calibri" panose="020F0502020204030204" pitchFamily="34" charset="0"/>
                <a:ea typeface="Calibri" panose="020F0502020204030204" pitchFamily="34" charset="0"/>
                <a:cs typeface="Calibri" panose="020F0502020204030204" pitchFamily="34" charset="0"/>
              </a:rPr>
              <a:t>Uso </a:t>
            </a:r>
            <a:r>
              <a:rPr lang="en-US" b="1" dirty="0" err="1">
                <a:latin typeface="Calibri" panose="020F0502020204030204" pitchFamily="34" charset="0"/>
                <a:ea typeface="Calibri" panose="020F0502020204030204" pitchFamily="34" charset="0"/>
                <a:cs typeface="Calibri" panose="020F0502020204030204" pitchFamily="34" charset="0"/>
              </a:rPr>
              <a:t>correcto</a:t>
            </a:r>
            <a:r>
              <a:rPr lang="en-US" b="1" dirty="0">
                <a:latin typeface="Calibri" panose="020F0502020204030204" pitchFamily="34" charset="0"/>
                <a:ea typeface="Calibri" panose="020F0502020204030204" pitchFamily="34" charset="0"/>
                <a:cs typeface="Calibri" panose="020F0502020204030204" pitchFamily="34" charset="0"/>
              </a:rPr>
              <a:t> de this()</a:t>
            </a:r>
          </a:p>
          <a:p>
            <a:pPr marL="0" lvl="1" indent="0">
              <a:buFont typeface="Arial" panose="020B0604020202020204" pitchFamily="34" charset="0"/>
              <a:buNone/>
            </a:pPr>
            <a:r>
              <a:rPr lang="en-US" dirty="0">
                <a:latin typeface="Calibri" panose="020F0502020204030204" pitchFamily="34" charset="0"/>
                <a:ea typeface="Calibri" panose="020F0502020204030204" pitchFamily="34" charset="0"/>
                <a:cs typeface="Calibri" panose="020F0502020204030204" pitchFamily="34" charset="0"/>
              </a:rPr>
              <a:t>La </a:t>
            </a:r>
            <a:r>
              <a:rPr lang="en-US" dirty="0" err="1">
                <a:latin typeface="Calibri" panose="020F0502020204030204" pitchFamily="34" charset="0"/>
                <a:ea typeface="Calibri" panose="020F0502020204030204" pitchFamily="34" charset="0"/>
                <a:cs typeface="Calibri" panose="020F0502020204030204" pitchFamily="34" charset="0"/>
              </a:rPr>
              <a:t>llamada</a:t>
            </a:r>
            <a:r>
              <a:rPr lang="en-US" dirty="0">
                <a:latin typeface="Calibri" panose="020F0502020204030204" pitchFamily="34" charset="0"/>
                <a:ea typeface="Calibri" panose="020F0502020204030204" pitchFamily="34" charset="0"/>
                <a:cs typeface="Calibri" panose="020F0502020204030204" pitchFamily="34" charset="0"/>
              </a:rPr>
              <a:t> a this() </a:t>
            </a:r>
            <a:r>
              <a:rPr lang="en-US" dirty="0" err="1">
                <a:latin typeface="Calibri" panose="020F0502020204030204" pitchFamily="34" charset="0"/>
                <a:ea typeface="Calibri" panose="020F0502020204030204" pitchFamily="34" charset="0"/>
                <a:cs typeface="Calibri" panose="020F0502020204030204" pitchFamily="34" charset="0"/>
              </a:rPr>
              <a:t>debe</a:t>
            </a:r>
            <a:r>
              <a:rPr lang="en-US" dirty="0">
                <a:latin typeface="Calibri" panose="020F0502020204030204" pitchFamily="34" charset="0"/>
                <a:ea typeface="Calibri" panose="020F0502020204030204" pitchFamily="34" charset="0"/>
                <a:cs typeface="Calibri" panose="020F0502020204030204" pitchFamily="34" charset="0"/>
              </a:rPr>
              <a:t> ser la </a:t>
            </a:r>
            <a:r>
              <a:rPr lang="en-US" dirty="0" err="1">
                <a:latin typeface="Calibri" panose="020F0502020204030204" pitchFamily="34" charset="0"/>
                <a:ea typeface="Calibri" panose="020F0502020204030204" pitchFamily="34" charset="0"/>
                <a:cs typeface="Calibri" panose="020F0502020204030204" pitchFamily="34" charset="0"/>
              </a:rPr>
              <a:t>primera</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instrucción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el</a:t>
            </a:r>
            <a:r>
              <a:rPr lang="en-US" dirty="0">
                <a:latin typeface="Calibri" panose="020F0502020204030204" pitchFamily="34" charset="0"/>
                <a:ea typeface="Calibri" panose="020F0502020204030204" pitchFamily="34" charset="0"/>
                <a:cs typeface="Calibri" panose="020F0502020204030204" pitchFamily="34" charset="0"/>
              </a:rPr>
              <a:t> constructor para </a:t>
            </a:r>
            <a:r>
              <a:rPr lang="en-US" dirty="0" err="1">
                <a:latin typeface="Calibri" panose="020F0502020204030204" pitchFamily="34" charset="0"/>
                <a:ea typeface="Calibri" panose="020F0502020204030204" pitchFamily="34" charset="0"/>
                <a:cs typeface="Calibri" panose="020F0502020204030204" pitchFamily="34" charset="0"/>
              </a:rPr>
              <a:t>evitar</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errores</a:t>
            </a:r>
            <a:r>
              <a:rPr lang="en-US" dirty="0">
                <a:latin typeface="Calibri" panose="020F0502020204030204" pitchFamily="34" charset="0"/>
                <a:ea typeface="Calibri" panose="020F0502020204030204" pitchFamily="34" charset="0"/>
                <a:cs typeface="Calibri" panose="020F0502020204030204" pitchFamily="34" charset="0"/>
              </a:rPr>
              <a:t> de </a:t>
            </a:r>
            <a:r>
              <a:rPr lang="en-US" dirty="0" err="1">
                <a:latin typeface="Calibri" panose="020F0502020204030204" pitchFamily="34" charset="0"/>
                <a:ea typeface="Calibri" panose="020F0502020204030204" pitchFamily="34" charset="0"/>
                <a:cs typeface="Calibri" panose="020F0502020204030204" pitchFamily="34" charset="0"/>
              </a:rPr>
              <a:t>compilación</a:t>
            </a:r>
            <a:r>
              <a:rPr lang="en-US" dirty="0">
                <a:latin typeface="Calibri" panose="020F0502020204030204" pitchFamily="34" charset="0"/>
                <a:ea typeface="Calibri" panose="020F0502020204030204" pitchFamily="34" charset="0"/>
                <a:cs typeface="Calibri" panose="020F0502020204030204" pitchFamily="34" charset="0"/>
              </a:rPr>
              <a:t>.</a:t>
            </a:r>
          </a:p>
          <a:p>
            <a:pPr marL="0" lvl="1" indent="0">
              <a:buFont typeface="Arial" panose="020B0604020202020204" pitchFamily="34" charse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lvl="1" indent="0">
              <a:buFont typeface="Arial" panose="020B0604020202020204" pitchFamily="34" charse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5542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828-527F-EC97-D64C-F5E24881B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68C17-2FFD-6838-0569-3B07AAAAD8B6}"/>
              </a:ext>
            </a:extLst>
          </p:cNvPr>
          <p:cNvSpPr>
            <a:spLocks noGrp="1"/>
          </p:cNvSpPr>
          <p:nvPr>
            <p:ph type="title"/>
          </p:nvPr>
        </p:nvSpPr>
        <p:spPr>
          <a:xfrm>
            <a:off x="4467571" y="2352040"/>
            <a:ext cx="7026437" cy="3013456"/>
          </a:xfrm>
        </p:spPr>
        <p:txBody>
          <a:bodyPr anchor="t">
            <a:noAutofit/>
          </a:bodyPr>
          <a:lstStyle/>
          <a:p>
            <a:pPr algn="ctr"/>
            <a:r>
              <a:rPr lang="en-US" sz="9600" dirty="0">
                <a:latin typeface="Calibri" panose="020F0502020204030204" pitchFamily="34" charset="0"/>
                <a:ea typeface="Calibri" panose="020F0502020204030204" pitchFamily="34" charset="0"/>
                <a:cs typeface="Calibri" panose="020F0502020204030204" pitchFamily="34" charset="0"/>
              </a:rPr>
              <a:t>Vamos al </a:t>
            </a:r>
            <a:br>
              <a:rPr lang="en-US" sz="9600" dirty="0">
                <a:latin typeface="Calibri" panose="020F0502020204030204" pitchFamily="34" charset="0"/>
                <a:ea typeface="Calibri" panose="020F0502020204030204" pitchFamily="34" charset="0"/>
                <a:cs typeface="Calibri" panose="020F0502020204030204" pitchFamily="34" charset="0"/>
              </a:rPr>
            </a:br>
            <a:r>
              <a:rPr lang="en-US" sz="9600" dirty="0" err="1">
                <a:latin typeface="Calibri" panose="020F0502020204030204" pitchFamily="34" charset="0"/>
                <a:ea typeface="Calibri" panose="020F0502020204030204" pitchFamily="34" charset="0"/>
                <a:cs typeface="Calibri" panose="020F0502020204030204" pitchFamily="34" charset="0"/>
              </a:rPr>
              <a:t>código</a:t>
            </a:r>
            <a:r>
              <a:rPr lang="en-US" sz="9600" dirty="0">
                <a:latin typeface="Calibri" panose="020F0502020204030204" pitchFamily="34" charset="0"/>
                <a:ea typeface="Calibri" panose="020F0502020204030204" pitchFamily="34" charset="0"/>
                <a:cs typeface="Calibri" panose="020F0502020204030204" pitchFamily="34" charset="0"/>
              </a:rPr>
              <a:t>:</a:t>
            </a:r>
          </a:p>
        </p:txBody>
      </p:sp>
      <p:pic>
        <p:nvPicPr>
          <p:cNvPr id="8" name="Marcador de posición de imagen 7">
            <a:extLst>
              <a:ext uri="{FF2B5EF4-FFF2-40B4-BE49-F238E27FC236}">
                <a16:creationId xmlns:a16="http://schemas.microsoft.com/office/drawing/2014/main" id="{1C7BA014-FA51-64FC-6AE8-244C886559C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0" r="20"/>
          <a:stretch>
            <a:fillRect/>
          </a:stretch>
        </p:blipFill>
        <p:spPr>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4">
              <a:alphaModFix amt="60000"/>
            </a:blip>
            <a:srcRect/>
            <a:stretch>
              <a:fillRect/>
            </a:stretch>
          </a:blipFill>
        </p:spPr>
      </p:pic>
    </p:spTree>
    <p:extLst>
      <p:ext uri="{BB962C8B-B14F-4D97-AF65-F5344CB8AC3E}">
        <p14:creationId xmlns:p14="http://schemas.microsoft.com/office/powerpoint/2010/main" val="2065967241"/>
      </p:ext>
    </p:extLst>
  </p:cSld>
  <p:clrMapOvr>
    <a:masterClrMapping/>
  </p:clrMapOvr>
  <p:transition>
    <p:fade/>
  </p:transition>
</p:sld>
</file>

<file path=ppt/theme/theme1.xml><?xml version="1.0" encoding="utf-8"?>
<a:theme xmlns:a="http://schemas.openxmlformats.org/drawingml/2006/main" name="Mó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_Copilot Layouts_win32_SD_V6" id="{49C5632F-1D3A-4333-ABAA-E3191A9D5D1B}" vid="{9EF76739-2083-4254-82E9-ECA94F6BD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2161</Words>
  <Application>Microsoft Office PowerPoint</Application>
  <PresentationFormat>Panorámica</PresentationFormat>
  <Paragraphs>100</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Módulo</vt:lpstr>
      <vt:lpstr>Presentación de PowerPoint</vt:lpstr>
      <vt:lpstr>Concepto y características de un constructor en Java</vt:lpstr>
      <vt:lpstr>Que es la sobrecarga de constructores?</vt:lpstr>
      <vt:lpstr>Ejemplo:</vt:lpstr>
      <vt:lpstr>Reglas fundamentales de la sobrecarga de constructores</vt:lpstr>
      <vt:lpstr>Ventajas y utilidad práctica de la sobrecarga de constructores</vt:lpstr>
      <vt:lpstr>Errores comunes al trabajar con constructores sobrecargados</vt:lpstr>
      <vt:lpstr>Vamos al  código: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ibonfrisco@isbel.com.uy</dc:creator>
  <cp:lastModifiedBy>Ignacio Bonfrisco</cp:lastModifiedBy>
  <cp:revision>8</cp:revision>
  <dcterms:modified xsi:type="dcterms:W3CDTF">2026-05-12T13:02:11Z</dcterms:modified>
</cp:coreProperties>
</file>